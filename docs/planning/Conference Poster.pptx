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32918400" cx="43891200"/>
  <p:notesSz cx="6858000" cy="9144000"/>
  <p:embeddedFontLst>
    <p:embeddedFont>
      <p:font typeface="Gill Sans"/>
      <p:regular r:id="rId7"/>
      <p:bold r:id="rId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655">
          <p15:clr>
            <a:srgbClr val="A4A3A4"/>
          </p15:clr>
        </p15:guide>
        <p15:guide id="3" pos="27046">
          <p15:clr>
            <a:srgbClr val="A4A3A4"/>
          </p15:clr>
        </p15:guide>
        <p15:guide id="4" pos="6650">
          <p15:clr>
            <a:srgbClr val="A4A3A4"/>
          </p15:clr>
        </p15:guide>
        <p15:guide id="5" pos="7174">
          <p15:clr>
            <a:srgbClr val="A4A3A4"/>
          </p15:clr>
        </p15:guide>
        <p15:guide id="6" pos="13562">
          <p15:clr>
            <a:srgbClr val="A4A3A4"/>
          </p15:clr>
        </p15:guide>
        <p15:guide id="7" pos="14086">
          <p15:clr>
            <a:srgbClr val="A4A3A4"/>
          </p15:clr>
        </p15:guide>
        <p15:guide id="8" pos="20474">
          <p15:clr>
            <a:srgbClr val="A4A3A4"/>
          </p15:clr>
        </p15:guide>
        <p15:guide id="9" pos="13824">
          <p15:clr>
            <a:srgbClr val="A4A3A4"/>
          </p15:clr>
        </p15:guide>
        <p15:guide id="10" pos="20998">
          <p15:clr>
            <a:srgbClr val="A4A3A4"/>
          </p15:clr>
        </p15:guide>
      </p15:sldGuideLst>
    </p:ext>
    <p:ext uri="GoogleSlidesCustomDataVersion2">
      <go:slidesCustomData xmlns:go="http://customooxmlschemas.google.com/" r:id="rId9" roundtripDataSignature="AMtx7miIIAiDTw1XttDqOsrfcVd4ykce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655"/>
        <p:guide pos="27046"/>
        <p:guide pos="6650"/>
        <p:guide pos="7174"/>
        <p:guide pos="13562"/>
        <p:guide pos="14086"/>
        <p:guide pos="20474"/>
        <p:guide pos="13824"/>
        <p:guide pos="2099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GillSans-regular.fntdata"/><Relationship Id="rId8" Type="http://schemas.openxmlformats.org/officeDocument/2006/relationships/font" Target="fonts/Gill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7257"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7257"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7257"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7257"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7257"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7257"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7257"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7257"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7257"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7257"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7257"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7257"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7257"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7257"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7257"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7257"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7257"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7257"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7257"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7257"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7257"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7257"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7257"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7257"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
          <p:cNvSpPr txBox="1"/>
          <p:nvPr>
            <p:ph idx="10" type="dt"/>
          </p:nvPr>
        </p:nvSpPr>
        <p:spPr>
          <a:xfrm>
            <a:off x="28698926" y="29946317"/>
            <a:ext cx="9913488" cy="155504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
          <p:cNvSpPr txBox="1"/>
          <p:nvPr>
            <p:ph idx="11" type="ftr"/>
          </p:nvPr>
        </p:nvSpPr>
        <p:spPr>
          <a:xfrm>
            <a:off x="5290748" y="29933798"/>
            <a:ext cx="21871987" cy="153619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
          <p:cNvSpPr/>
          <p:nvPr>
            <p:ph idx="12" type="sldNum"/>
          </p:nvPr>
        </p:nvSpPr>
        <p:spPr>
          <a:xfrm>
            <a:off x="39552538" y="29846016"/>
            <a:ext cx="1755648" cy="1755648"/>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19" name="Shape 19"/>
        <p:cNvGrpSpPr/>
        <p:nvPr/>
      </p:nvGrpSpPr>
      <p:grpSpPr>
        <a:xfrm>
          <a:off x="0" y="0"/>
          <a:ext cx="0" cy="0"/>
          <a:chOff x="0" y="0"/>
          <a:chExt cx="0" cy="0"/>
        </a:xfrm>
      </p:grpSpPr>
      <p:sp>
        <p:nvSpPr>
          <p:cNvPr id="20" name="Google Shape;20;p4"/>
          <p:cNvSpPr txBox="1"/>
          <p:nvPr>
            <p:ph type="ctrTitle"/>
          </p:nvPr>
        </p:nvSpPr>
        <p:spPr>
          <a:xfrm>
            <a:off x="5290752" y="11456371"/>
            <a:ext cx="33309696" cy="7900416"/>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16800"/>
              <a:buFont typeface="Gill Sans"/>
              <a:buNone/>
              <a:defRPr sz="16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subTitle"/>
          </p:nvPr>
        </p:nvSpPr>
        <p:spPr>
          <a:xfrm>
            <a:off x="9702704" y="20892212"/>
            <a:ext cx="24485803" cy="5951491"/>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800"/>
              </a:spcBef>
              <a:spcAft>
                <a:spcPts val="0"/>
              </a:spcAft>
              <a:buSzPts val="9120"/>
              <a:buNone/>
              <a:defRPr sz="9120">
                <a:solidFill>
                  <a:srgbClr val="FEFEFE"/>
                </a:solidFill>
              </a:defRPr>
            </a:lvl1pPr>
            <a:lvl2pPr lvl="1" algn="ctr">
              <a:lnSpc>
                <a:spcPct val="100000"/>
              </a:lnSpc>
              <a:spcBef>
                <a:spcPts val="4800"/>
              </a:spcBef>
              <a:spcAft>
                <a:spcPts val="0"/>
              </a:spcAft>
              <a:buSzPts val="9120"/>
              <a:buNone/>
              <a:defRPr sz="9120"/>
            </a:lvl2pPr>
            <a:lvl3pPr lvl="2" algn="ctr">
              <a:lnSpc>
                <a:spcPct val="100000"/>
              </a:lnSpc>
              <a:spcBef>
                <a:spcPts val="4800"/>
              </a:spcBef>
              <a:spcAft>
                <a:spcPts val="0"/>
              </a:spcAft>
              <a:buSzPts val="8640"/>
              <a:buNone/>
              <a:defRPr sz="8640"/>
            </a:lvl3pPr>
            <a:lvl4pPr lvl="3" algn="ctr">
              <a:lnSpc>
                <a:spcPct val="100000"/>
              </a:lnSpc>
              <a:spcBef>
                <a:spcPts val="4800"/>
              </a:spcBef>
              <a:spcAft>
                <a:spcPts val="0"/>
              </a:spcAft>
              <a:buSzPts val="7680"/>
              <a:buNone/>
              <a:defRPr sz="7680"/>
            </a:lvl4pPr>
            <a:lvl5pPr lvl="4" algn="ctr">
              <a:lnSpc>
                <a:spcPct val="100000"/>
              </a:lnSpc>
              <a:spcBef>
                <a:spcPts val="4800"/>
              </a:spcBef>
              <a:spcAft>
                <a:spcPts val="0"/>
              </a:spcAft>
              <a:buSzPts val="7680"/>
              <a:buNone/>
              <a:defRPr sz="7680"/>
            </a:lvl5pPr>
            <a:lvl6pPr lvl="5" algn="ctr">
              <a:lnSpc>
                <a:spcPct val="100000"/>
              </a:lnSpc>
              <a:spcBef>
                <a:spcPts val="4800"/>
              </a:spcBef>
              <a:spcAft>
                <a:spcPts val="0"/>
              </a:spcAft>
              <a:buSzPts val="7680"/>
              <a:buNone/>
              <a:defRPr sz="7680"/>
            </a:lvl6pPr>
            <a:lvl7pPr lvl="6" algn="ctr">
              <a:lnSpc>
                <a:spcPct val="100000"/>
              </a:lnSpc>
              <a:spcBef>
                <a:spcPts val="4800"/>
              </a:spcBef>
              <a:spcAft>
                <a:spcPts val="0"/>
              </a:spcAft>
              <a:buSzPts val="7680"/>
              <a:buNone/>
              <a:defRPr sz="7680"/>
            </a:lvl7pPr>
            <a:lvl8pPr lvl="7" algn="ctr">
              <a:lnSpc>
                <a:spcPct val="100000"/>
              </a:lnSpc>
              <a:spcBef>
                <a:spcPts val="4800"/>
              </a:spcBef>
              <a:spcAft>
                <a:spcPts val="0"/>
              </a:spcAft>
              <a:buSzPts val="7680"/>
              <a:buNone/>
              <a:defRPr sz="7680"/>
            </a:lvl8pPr>
            <a:lvl9pPr lvl="8" algn="ctr">
              <a:lnSpc>
                <a:spcPct val="100000"/>
              </a:lnSpc>
              <a:spcBef>
                <a:spcPts val="4800"/>
              </a:spcBef>
              <a:spcAft>
                <a:spcPts val="0"/>
              </a:spcAft>
              <a:buSzPts val="7680"/>
              <a:buNone/>
              <a:defRPr sz="7680"/>
            </a:lvl9pPr>
          </a:lstStyle>
          <a:p/>
        </p:txBody>
      </p:sp>
      <p:sp>
        <p:nvSpPr>
          <p:cNvPr id="22" name="Google Shape;22;p4"/>
          <p:cNvSpPr txBox="1"/>
          <p:nvPr>
            <p:ph idx="10" type="dt"/>
          </p:nvPr>
        </p:nvSpPr>
        <p:spPr>
          <a:xfrm>
            <a:off x="28698926" y="29946317"/>
            <a:ext cx="9913488" cy="155504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
          <p:cNvSpPr txBox="1"/>
          <p:nvPr>
            <p:ph idx="11" type="ftr"/>
          </p:nvPr>
        </p:nvSpPr>
        <p:spPr>
          <a:xfrm>
            <a:off x="5290748" y="29933798"/>
            <a:ext cx="21871987" cy="153619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p:nvPr>
            <p:ph idx="12" type="sldNum"/>
          </p:nvPr>
        </p:nvSpPr>
        <p:spPr>
          <a:xfrm>
            <a:off x="39552538" y="29846016"/>
            <a:ext cx="1755648" cy="1755648"/>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5"/>
          <p:cNvSpPr txBox="1"/>
          <p:nvPr>
            <p:ph type="title"/>
          </p:nvPr>
        </p:nvSpPr>
        <p:spPr>
          <a:xfrm>
            <a:off x="7709018" y="4630522"/>
            <a:ext cx="28501224" cy="5705856"/>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7709018" y="12662619"/>
            <a:ext cx="28501224" cy="1488951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4800"/>
              </a:spcBef>
              <a:spcAft>
                <a:spcPts val="0"/>
              </a:spcAft>
              <a:buSzPts val="1800"/>
              <a:buChar char="•"/>
              <a:defRPr/>
            </a:lvl1pPr>
            <a:lvl2pPr indent="-342900" lvl="1" marL="914400" algn="l">
              <a:lnSpc>
                <a:spcPct val="100000"/>
              </a:lnSpc>
              <a:spcBef>
                <a:spcPts val="4800"/>
              </a:spcBef>
              <a:spcAft>
                <a:spcPts val="0"/>
              </a:spcAft>
              <a:buSzPts val="1800"/>
              <a:buChar char="•"/>
              <a:defRPr/>
            </a:lvl2pPr>
            <a:lvl3pPr indent="-342900" lvl="2" marL="1371600" algn="l">
              <a:lnSpc>
                <a:spcPct val="100000"/>
              </a:lnSpc>
              <a:spcBef>
                <a:spcPts val="4800"/>
              </a:spcBef>
              <a:spcAft>
                <a:spcPts val="0"/>
              </a:spcAft>
              <a:buSzPts val="1800"/>
              <a:buChar char="•"/>
              <a:defRPr/>
            </a:lvl3pPr>
            <a:lvl4pPr indent="-342900" lvl="3" marL="1828800" algn="l">
              <a:lnSpc>
                <a:spcPct val="100000"/>
              </a:lnSpc>
              <a:spcBef>
                <a:spcPts val="4800"/>
              </a:spcBef>
              <a:spcAft>
                <a:spcPts val="0"/>
              </a:spcAft>
              <a:buSzPts val="1800"/>
              <a:buChar char="•"/>
              <a:defRPr/>
            </a:lvl4pPr>
            <a:lvl5pPr indent="-342900" lvl="4" marL="2286000" algn="l">
              <a:lnSpc>
                <a:spcPct val="100000"/>
              </a:lnSpc>
              <a:spcBef>
                <a:spcPts val="4800"/>
              </a:spcBef>
              <a:spcAft>
                <a:spcPts val="0"/>
              </a:spcAft>
              <a:buSzPts val="1800"/>
              <a:buChar char="•"/>
              <a:defRPr/>
            </a:lvl5pPr>
            <a:lvl6pPr indent="-342900" lvl="5" marL="2743200" algn="l">
              <a:lnSpc>
                <a:spcPct val="100000"/>
              </a:lnSpc>
              <a:spcBef>
                <a:spcPts val="4800"/>
              </a:spcBef>
              <a:spcAft>
                <a:spcPts val="0"/>
              </a:spcAft>
              <a:buSzPts val="1800"/>
              <a:buChar char="•"/>
              <a:defRPr/>
            </a:lvl6pPr>
            <a:lvl7pPr indent="-342900" lvl="6" marL="3200400" algn="l">
              <a:lnSpc>
                <a:spcPct val="100000"/>
              </a:lnSpc>
              <a:spcBef>
                <a:spcPts val="4800"/>
              </a:spcBef>
              <a:spcAft>
                <a:spcPts val="0"/>
              </a:spcAft>
              <a:buSzPts val="1800"/>
              <a:buChar char="•"/>
              <a:defRPr/>
            </a:lvl7pPr>
            <a:lvl8pPr indent="-342900" lvl="7" marL="3657600" algn="l">
              <a:lnSpc>
                <a:spcPct val="100000"/>
              </a:lnSpc>
              <a:spcBef>
                <a:spcPts val="4800"/>
              </a:spcBef>
              <a:spcAft>
                <a:spcPts val="0"/>
              </a:spcAft>
              <a:buSzPts val="1800"/>
              <a:buChar char="•"/>
              <a:defRPr/>
            </a:lvl8pPr>
            <a:lvl9pPr indent="-342900" lvl="8" marL="4114800" algn="l">
              <a:lnSpc>
                <a:spcPct val="100000"/>
              </a:lnSpc>
              <a:spcBef>
                <a:spcPts val="4800"/>
              </a:spcBef>
              <a:spcAft>
                <a:spcPts val="0"/>
              </a:spcAft>
              <a:buSzPts val="1800"/>
              <a:buChar char="•"/>
              <a:defRPr/>
            </a:lvl9pPr>
          </a:lstStyle>
          <a:p/>
        </p:txBody>
      </p:sp>
      <p:sp>
        <p:nvSpPr>
          <p:cNvPr id="28" name="Google Shape;28;p5"/>
          <p:cNvSpPr txBox="1"/>
          <p:nvPr>
            <p:ph idx="10" type="dt"/>
          </p:nvPr>
        </p:nvSpPr>
        <p:spPr>
          <a:xfrm>
            <a:off x="28698926" y="29946317"/>
            <a:ext cx="9913488" cy="155504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
          <p:cNvSpPr txBox="1"/>
          <p:nvPr>
            <p:ph idx="11" type="ftr"/>
          </p:nvPr>
        </p:nvSpPr>
        <p:spPr>
          <a:xfrm>
            <a:off x="5290748" y="29933798"/>
            <a:ext cx="21871987" cy="153619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p:nvPr>
            <p:ph idx="12" type="sldNum"/>
          </p:nvPr>
        </p:nvSpPr>
        <p:spPr>
          <a:xfrm>
            <a:off x="39552538" y="29846016"/>
            <a:ext cx="1755648" cy="1755648"/>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1"/>
        </a:solidFill>
      </p:bgPr>
    </p:bg>
    <p:spTree>
      <p:nvGrpSpPr>
        <p:cNvPr id="31" name="Shape 31"/>
        <p:cNvGrpSpPr/>
        <p:nvPr/>
      </p:nvGrpSpPr>
      <p:grpSpPr>
        <a:xfrm>
          <a:off x="0" y="0"/>
          <a:ext cx="0" cy="0"/>
          <a:chOff x="0" y="0"/>
          <a:chExt cx="0" cy="0"/>
        </a:xfrm>
      </p:grpSpPr>
      <p:sp>
        <p:nvSpPr>
          <p:cNvPr id="32" name="Google Shape;32;p6"/>
          <p:cNvSpPr txBox="1"/>
          <p:nvPr>
            <p:ph type="title"/>
          </p:nvPr>
        </p:nvSpPr>
        <p:spPr>
          <a:xfrm>
            <a:off x="5310836" y="11456371"/>
            <a:ext cx="33313421" cy="7900416"/>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16800"/>
              <a:buFont typeface="Gill Sans"/>
              <a:buNone/>
              <a:defRPr sz="16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
          <p:cNvSpPr txBox="1"/>
          <p:nvPr>
            <p:ph idx="1" type="body"/>
          </p:nvPr>
        </p:nvSpPr>
        <p:spPr>
          <a:xfrm>
            <a:off x="9702704" y="20891832"/>
            <a:ext cx="24485803" cy="6072394"/>
          </a:xfrm>
          <a:prstGeom prst="rect">
            <a:avLst/>
          </a:prstGeom>
          <a:noFill/>
          <a:ln>
            <a:noFill/>
          </a:ln>
        </p:spPr>
        <p:txBody>
          <a:bodyPr anchorCtr="1" anchor="t" bIns="45700" lIns="91425" spcFirstLastPara="1" rIns="91425" wrap="square" tIns="45700">
            <a:normAutofit/>
          </a:bodyPr>
          <a:lstStyle>
            <a:lvl1pPr indent="-228600" lvl="0" marL="457200" algn="l">
              <a:lnSpc>
                <a:spcPct val="100000"/>
              </a:lnSpc>
              <a:spcBef>
                <a:spcPts val="4800"/>
              </a:spcBef>
              <a:spcAft>
                <a:spcPts val="0"/>
              </a:spcAft>
              <a:buSzPts val="9120"/>
              <a:buNone/>
              <a:defRPr sz="9120">
                <a:solidFill>
                  <a:schemeClr val="lt1"/>
                </a:solidFill>
              </a:defRPr>
            </a:lvl1pPr>
            <a:lvl2pPr indent="-228600" lvl="1" marL="914400" algn="l">
              <a:lnSpc>
                <a:spcPct val="100000"/>
              </a:lnSpc>
              <a:spcBef>
                <a:spcPts val="4800"/>
              </a:spcBef>
              <a:spcAft>
                <a:spcPts val="0"/>
              </a:spcAft>
              <a:buSzPts val="9120"/>
              <a:buNone/>
              <a:defRPr sz="9120">
                <a:solidFill>
                  <a:schemeClr val="lt1"/>
                </a:solidFill>
              </a:defRPr>
            </a:lvl2pPr>
            <a:lvl3pPr indent="-228600" lvl="2" marL="1371600" algn="l">
              <a:lnSpc>
                <a:spcPct val="100000"/>
              </a:lnSpc>
              <a:spcBef>
                <a:spcPts val="4800"/>
              </a:spcBef>
              <a:spcAft>
                <a:spcPts val="0"/>
              </a:spcAft>
              <a:buSzPts val="8640"/>
              <a:buNone/>
              <a:defRPr sz="8640">
                <a:solidFill>
                  <a:schemeClr val="lt1"/>
                </a:solidFill>
              </a:defRPr>
            </a:lvl3pPr>
            <a:lvl4pPr indent="-228600" lvl="3" marL="1828800" algn="l">
              <a:lnSpc>
                <a:spcPct val="100000"/>
              </a:lnSpc>
              <a:spcBef>
                <a:spcPts val="4800"/>
              </a:spcBef>
              <a:spcAft>
                <a:spcPts val="0"/>
              </a:spcAft>
              <a:buSzPts val="7680"/>
              <a:buNone/>
              <a:defRPr sz="7680">
                <a:solidFill>
                  <a:schemeClr val="lt1"/>
                </a:solidFill>
              </a:defRPr>
            </a:lvl4pPr>
            <a:lvl5pPr indent="-228600" lvl="4" marL="2286000" algn="l">
              <a:lnSpc>
                <a:spcPct val="100000"/>
              </a:lnSpc>
              <a:spcBef>
                <a:spcPts val="4800"/>
              </a:spcBef>
              <a:spcAft>
                <a:spcPts val="0"/>
              </a:spcAft>
              <a:buSzPts val="7680"/>
              <a:buNone/>
              <a:defRPr sz="7680">
                <a:solidFill>
                  <a:schemeClr val="lt1"/>
                </a:solidFill>
              </a:defRPr>
            </a:lvl5pPr>
            <a:lvl6pPr indent="-228600" lvl="5" marL="2743200" algn="l">
              <a:lnSpc>
                <a:spcPct val="100000"/>
              </a:lnSpc>
              <a:spcBef>
                <a:spcPts val="4800"/>
              </a:spcBef>
              <a:spcAft>
                <a:spcPts val="0"/>
              </a:spcAft>
              <a:buSzPts val="7680"/>
              <a:buNone/>
              <a:defRPr sz="7680">
                <a:solidFill>
                  <a:schemeClr val="lt1"/>
                </a:solidFill>
              </a:defRPr>
            </a:lvl6pPr>
            <a:lvl7pPr indent="-228600" lvl="6" marL="3200400" algn="l">
              <a:lnSpc>
                <a:spcPct val="100000"/>
              </a:lnSpc>
              <a:spcBef>
                <a:spcPts val="4800"/>
              </a:spcBef>
              <a:spcAft>
                <a:spcPts val="0"/>
              </a:spcAft>
              <a:buSzPts val="7680"/>
              <a:buNone/>
              <a:defRPr sz="7680">
                <a:solidFill>
                  <a:schemeClr val="lt1"/>
                </a:solidFill>
              </a:defRPr>
            </a:lvl7pPr>
            <a:lvl8pPr indent="-228600" lvl="7" marL="3657600" algn="l">
              <a:lnSpc>
                <a:spcPct val="100000"/>
              </a:lnSpc>
              <a:spcBef>
                <a:spcPts val="4800"/>
              </a:spcBef>
              <a:spcAft>
                <a:spcPts val="0"/>
              </a:spcAft>
              <a:buSzPts val="7680"/>
              <a:buNone/>
              <a:defRPr sz="7680">
                <a:solidFill>
                  <a:schemeClr val="lt1"/>
                </a:solidFill>
              </a:defRPr>
            </a:lvl8pPr>
            <a:lvl9pPr indent="-228600" lvl="8" marL="4114800" algn="l">
              <a:lnSpc>
                <a:spcPct val="100000"/>
              </a:lnSpc>
              <a:spcBef>
                <a:spcPts val="4800"/>
              </a:spcBef>
              <a:spcAft>
                <a:spcPts val="0"/>
              </a:spcAft>
              <a:buSzPts val="7680"/>
              <a:buNone/>
              <a:defRPr sz="7680">
                <a:solidFill>
                  <a:schemeClr val="lt1"/>
                </a:solidFill>
              </a:defRPr>
            </a:lvl9pPr>
          </a:lstStyle>
          <a:p/>
        </p:txBody>
      </p:sp>
      <p:sp>
        <p:nvSpPr>
          <p:cNvPr id="34" name="Google Shape;34;p6"/>
          <p:cNvSpPr txBox="1"/>
          <p:nvPr>
            <p:ph idx="10" type="dt"/>
          </p:nvPr>
        </p:nvSpPr>
        <p:spPr>
          <a:xfrm>
            <a:off x="28698926" y="29946317"/>
            <a:ext cx="9913488" cy="155504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1" type="ftr"/>
          </p:nvPr>
        </p:nvSpPr>
        <p:spPr>
          <a:xfrm>
            <a:off x="5290748" y="29933798"/>
            <a:ext cx="21871987" cy="153619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
          <p:cNvSpPr/>
          <p:nvPr>
            <p:ph idx="12" type="sldNum"/>
          </p:nvPr>
        </p:nvSpPr>
        <p:spPr>
          <a:xfrm>
            <a:off x="39552538" y="29846016"/>
            <a:ext cx="1755648" cy="1755648"/>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7"/>
          <p:cNvSpPr txBox="1"/>
          <p:nvPr>
            <p:ph type="title"/>
          </p:nvPr>
        </p:nvSpPr>
        <p:spPr>
          <a:xfrm>
            <a:off x="7709018" y="4630522"/>
            <a:ext cx="28501224" cy="5705856"/>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7"/>
          <p:cNvSpPr txBox="1"/>
          <p:nvPr>
            <p:ph idx="1" type="body"/>
          </p:nvPr>
        </p:nvSpPr>
        <p:spPr>
          <a:xfrm>
            <a:off x="5290750" y="12662611"/>
            <a:ext cx="15782510" cy="1488951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4800"/>
              </a:spcBef>
              <a:spcAft>
                <a:spcPts val="0"/>
              </a:spcAft>
              <a:buSzPts val="1800"/>
              <a:buChar char="•"/>
              <a:defRPr/>
            </a:lvl1pPr>
            <a:lvl2pPr indent="-342900" lvl="1" marL="914400" algn="l">
              <a:lnSpc>
                <a:spcPct val="100000"/>
              </a:lnSpc>
              <a:spcBef>
                <a:spcPts val="4800"/>
              </a:spcBef>
              <a:spcAft>
                <a:spcPts val="0"/>
              </a:spcAft>
              <a:buSzPts val="1800"/>
              <a:buChar char="•"/>
              <a:defRPr/>
            </a:lvl2pPr>
            <a:lvl3pPr indent="-342900" lvl="2" marL="1371600" algn="l">
              <a:lnSpc>
                <a:spcPct val="100000"/>
              </a:lnSpc>
              <a:spcBef>
                <a:spcPts val="4800"/>
              </a:spcBef>
              <a:spcAft>
                <a:spcPts val="0"/>
              </a:spcAft>
              <a:buSzPts val="1800"/>
              <a:buChar char="•"/>
              <a:defRPr/>
            </a:lvl3pPr>
            <a:lvl4pPr indent="-342900" lvl="3" marL="1828800" algn="l">
              <a:lnSpc>
                <a:spcPct val="100000"/>
              </a:lnSpc>
              <a:spcBef>
                <a:spcPts val="4800"/>
              </a:spcBef>
              <a:spcAft>
                <a:spcPts val="0"/>
              </a:spcAft>
              <a:buSzPts val="1800"/>
              <a:buChar char="•"/>
              <a:defRPr/>
            </a:lvl4pPr>
            <a:lvl5pPr indent="-342900" lvl="4" marL="2286000" algn="l">
              <a:lnSpc>
                <a:spcPct val="100000"/>
              </a:lnSpc>
              <a:spcBef>
                <a:spcPts val="4800"/>
              </a:spcBef>
              <a:spcAft>
                <a:spcPts val="0"/>
              </a:spcAft>
              <a:buSzPts val="1800"/>
              <a:buChar char="•"/>
              <a:defRPr/>
            </a:lvl5pPr>
            <a:lvl6pPr indent="-342900" lvl="5" marL="2743200" algn="l">
              <a:lnSpc>
                <a:spcPct val="100000"/>
              </a:lnSpc>
              <a:spcBef>
                <a:spcPts val="4800"/>
              </a:spcBef>
              <a:spcAft>
                <a:spcPts val="0"/>
              </a:spcAft>
              <a:buSzPts val="1800"/>
              <a:buChar char="•"/>
              <a:defRPr/>
            </a:lvl6pPr>
            <a:lvl7pPr indent="-342900" lvl="6" marL="3200400" algn="l">
              <a:lnSpc>
                <a:spcPct val="100000"/>
              </a:lnSpc>
              <a:spcBef>
                <a:spcPts val="4800"/>
              </a:spcBef>
              <a:spcAft>
                <a:spcPts val="0"/>
              </a:spcAft>
              <a:buSzPts val="1800"/>
              <a:buChar char="•"/>
              <a:defRPr/>
            </a:lvl7pPr>
            <a:lvl8pPr indent="-342900" lvl="7" marL="3657600" algn="l">
              <a:lnSpc>
                <a:spcPct val="100000"/>
              </a:lnSpc>
              <a:spcBef>
                <a:spcPts val="4800"/>
              </a:spcBef>
              <a:spcAft>
                <a:spcPts val="0"/>
              </a:spcAft>
              <a:buSzPts val="1800"/>
              <a:buChar char="•"/>
              <a:defRPr/>
            </a:lvl8pPr>
            <a:lvl9pPr indent="-342900" lvl="8" marL="4114800" algn="l">
              <a:lnSpc>
                <a:spcPct val="100000"/>
              </a:lnSpc>
              <a:spcBef>
                <a:spcPts val="4800"/>
              </a:spcBef>
              <a:spcAft>
                <a:spcPts val="0"/>
              </a:spcAft>
              <a:buSzPts val="1800"/>
              <a:buChar char="•"/>
              <a:defRPr/>
            </a:lvl9pPr>
          </a:lstStyle>
          <a:p/>
        </p:txBody>
      </p:sp>
      <p:sp>
        <p:nvSpPr>
          <p:cNvPr id="40" name="Google Shape;40;p7"/>
          <p:cNvSpPr txBox="1"/>
          <p:nvPr>
            <p:ph idx="2" type="body"/>
          </p:nvPr>
        </p:nvSpPr>
        <p:spPr>
          <a:xfrm>
            <a:off x="22817938" y="12662611"/>
            <a:ext cx="15794477" cy="1488951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4800"/>
              </a:spcBef>
              <a:spcAft>
                <a:spcPts val="0"/>
              </a:spcAft>
              <a:buSzPts val="1800"/>
              <a:buChar char="•"/>
              <a:defRPr/>
            </a:lvl1pPr>
            <a:lvl2pPr indent="-342900" lvl="1" marL="914400" algn="l">
              <a:lnSpc>
                <a:spcPct val="100000"/>
              </a:lnSpc>
              <a:spcBef>
                <a:spcPts val="4800"/>
              </a:spcBef>
              <a:spcAft>
                <a:spcPts val="0"/>
              </a:spcAft>
              <a:buSzPts val="1800"/>
              <a:buChar char="•"/>
              <a:defRPr/>
            </a:lvl2pPr>
            <a:lvl3pPr indent="-342900" lvl="2" marL="1371600" algn="l">
              <a:lnSpc>
                <a:spcPct val="100000"/>
              </a:lnSpc>
              <a:spcBef>
                <a:spcPts val="4800"/>
              </a:spcBef>
              <a:spcAft>
                <a:spcPts val="0"/>
              </a:spcAft>
              <a:buSzPts val="1800"/>
              <a:buChar char="•"/>
              <a:defRPr/>
            </a:lvl3pPr>
            <a:lvl4pPr indent="-342900" lvl="3" marL="1828800" algn="l">
              <a:lnSpc>
                <a:spcPct val="100000"/>
              </a:lnSpc>
              <a:spcBef>
                <a:spcPts val="4800"/>
              </a:spcBef>
              <a:spcAft>
                <a:spcPts val="0"/>
              </a:spcAft>
              <a:buSzPts val="1800"/>
              <a:buChar char="•"/>
              <a:defRPr/>
            </a:lvl4pPr>
            <a:lvl5pPr indent="-342900" lvl="4" marL="2286000" algn="l">
              <a:lnSpc>
                <a:spcPct val="100000"/>
              </a:lnSpc>
              <a:spcBef>
                <a:spcPts val="4800"/>
              </a:spcBef>
              <a:spcAft>
                <a:spcPts val="0"/>
              </a:spcAft>
              <a:buSzPts val="1800"/>
              <a:buChar char="•"/>
              <a:defRPr/>
            </a:lvl5pPr>
            <a:lvl6pPr indent="-342900" lvl="5" marL="2743200" algn="l">
              <a:lnSpc>
                <a:spcPct val="100000"/>
              </a:lnSpc>
              <a:spcBef>
                <a:spcPts val="4800"/>
              </a:spcBef>
              <a:spcAft>
                <a:spcPts val="0"/>
              </a:spcAft>
              <a:buSzPts val="1800"/>
              <a:buChar char="•"/>
              <a:defRPr/>
            </a:lvl6pPr>
            <a:lvl7pPr indent="-342900" lvl="6" marL="3200400" algn="l">
              <a:lnSpc>
                <a:spcPct val="100000"/>
              </a:lnSpc>
              <a:spcBef>
                <a:spcPts val="4800"/>
              </a:spcBef>
              <a:spcAft>
                <a:spcPts val="0"/>
              </a:spcAft>
              <a:buSzPts val="1800"/>
              <a:buChar char="•"/>
              <a:defRPr/>
            </a:lvl7pPr>
            <a:lvl8pPr indent="-342900" lvl="7" marL="3657600" algn="l">
              <a:lnSpc>
                <a:spcPct val="100000"/>
              </a:lnSpc>
              <a:spcBef>
                <a:spcPts val="4800"/>
              </a:spcBef>
              <a:spcAft>
                <a:spcPts val="0"/>
              </a:spcAft>
              <a:buSzPts val="1800"/>
              <a:buChar char="•"/>
              <a:defRPr/>
            </a:lvl8pPr>
            <a:lvl9pPr indent="-342900" lvl="8" marL="4114800" algn="l">
              <a:lnSpc>
                <a:spcPct val="100000"/>
              </a:lnSpc>
              <a:spcBef>
                <a:spcPts val="4800"/>
              </a:spcBef>
              <a:spcAft>
                <a:spcPts val="0"/>
              </a:spcAft>
              <a:buSzPts val="1800"/>
              <a:buChar char="•"/>
              <a:defRPr/>
            </a:lvl9pPr>
          </a:lstStyle>
          <a:p/>
        </p:txBody>
      </p:sp>
      <p:sp>
        <p:nvSpPr>
          <p:cNvPr id="41" name="Google Shape;41;p7"/>
          <p:cNvSpPr txBox="1"/>
          <p:nvPr>
            <p:ph idx="10" type="dt"/>
          </p:nvPr>
        </p:nvSpPr>
        <p:spPr>
          <a:xfrm>
            <a:off x="28698926" y="29946317"/>
            <a:ext cx="9913488" cy="155504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
          <p:cNvSpPr txBox="1"/>
          <p:nvPr>
            <p:ph idx="11" type="ftr"/>
          </p:nvPr>
        </p:nvSpPr>
        <p:spPr>
          <a:xfrm>
            <a:off x="5290748" y="29933798"/>
            <a:ext cx="21871987" cy="153619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p:nvPr>
            <p:ph idx="12" type="sldNum"/>
          </p:nvPr>
        </p:nvSpPr>
        <p:spPr>
          <a:xfrm>
            <a:off x="39552538" y="29846016"/>
            <a:ext cx="1755648" cy="1755648"/>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8"/>
          <p:cNvSpPr txBox="1"/>
          <p:nvPr>
            <p:ph idx="1" type="body"/>
          </p:nvPr>
        </p:nvSpPr>
        <p:spPr>
          <a:xfrm>
            <a:off x="5290748" y="11104485"/>
            <a:ext cx="15782515" cy="3379618"/>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4800"/>
              </a:spcBef>
              <a:spcAft>
                <a:spcPts val="0"/>
              </a:spcAft>
              <a:buSzPts val="9120"/>
              <a:buNone/>
              <a:defRPr b="0" sz="9120" cap="none">
                <a:solidFill>
                  <a:srgbClr val="6B8890"/>
                </a:solidFill>
              </a:defRPr>
            </a:lvl1pPr>
            <a:lvl2pPr indent="-228600" lvl="1" marL="914400" algn="l">
              <a:lnSpc>
                <a:spcPct val="100000"/>
              </a:lnSpc>
              <a:spcBef>
                <a:spcPts val="4800"/>
              </a:spcBef>
              <a:spcAft>
                <a:spcPts val="0"/>
              </a:spcAft>
              <a:buSzPts val="9120"/>
              <a:buNone/>
              <a:defRPr b="1" sz="9120"/>
            </a:lvl2pPr>
            <a:lvl3pPr indent="-228600" lvl="2" marL="1371600" algn="l">
              <a:lnSpc>
                <a:spcPct val="100000"/>
              </a:lnSpc>
              <a:spcBef>
                <a:spcPts val="4800"/>
              </a:spcBef>
              <a:spcAft>
                <a:spcPts val="0"/>
              </a:spcAft>
              <a:buSzPts val="8640"/>
              <a:buNone/>
              <a:defRPr b="1" sz="8640"/>
            </a:lvl3pPr>
            <a:lvl4pPr indent="-228600" lvl="3" marL="1828800" algn="l">
              <a:lnSpc>
                <a:spcPct val="100000"/>
              </a:lnSpc>
              <a:spcBef>
                <a:spcPts val="4800"/>
              </a:spcBef>
              <a:spcAft>
                <a:spcPts val="0"/>
              </a:spcAft>
              <a:buSzPts val="7680"/>
              <a:buNone/>
              <a:defRPr b="1" sz="7680"/>
            </a:lvl4pPr>
            <a:lvl5pPr indent="-228600" lvl="4" marL="2286000" algn="l">
              <a:lnSpc>
                <a:spcPct val="100000"/>
              </a:lnSpc>
              <a:spcBef>
                <a:spcPts val="4800"/>
              </a:spcBef>
              <a:spcAft>
                <a:spcPts val="0"/>
              </a:spcAft>
              <a:buSzPts val="7680"/>
              <a:buNone/>
              <a:defRPr b="1" sz="7680"/>
            </a:lvl5pPr>
            <a:lvl6pPr indent="-228600" lvl="5" marL="2743200" algn="l">
              <a:lnSpc>
                <a:spcPct val="100000"/>
              </a:lnSpc>
              <a:spcBef>
                <a:spcPts val="4800"/>
              </a:spcBef>
              <a:spcAft>
                <a:spcPts val="0"/>
              </a:spcAft>
              <a:buSzPts val="7680"/>
              <a:buNone/>
              <a:defRPr b="1" sz="7680"/>
            </a:lvl6pPr>
            <a:lvl7pPr indent="-228600" lvl="6" marL="3200400" algn="l">
              <a:lnSpc>
                <a:spcPct val="100000"/>
              </a:lnSpc>
              <a:spcBef>
                <a:spcPts val="4800"/>
              </a:spcBef>
              <a:spcAft>
                <a:spcPts val="0"/>
              </a:spcAft>
              <a:buSzPts val="7680"/>
              <a:buNone/>
              <a:defRPr b="1" sz="7680"/>
            </a:lvl7pPr>
            <a:lvl8pPr indent="-228600" lvl="7" marL="3657600" algn="l">
              <a:lnSpc>
                <a:spcPct val="100000"/>
              </a:lnSpc>
              <a:spcBef>
                <a:spcPts val="4800"/>
              </a:spcBef>
              <a:spcAft>
                <a:spcPts val="0"/>
              </a:spcAft>
              <a:buSzPts val="7680"/>
              <a:buNone/>
              <a:defRPr b="1" sz="7680"/>
            </a:lvl8pPr>
            <a:lvl9pPr indent="-228600" lvl="8" marL="4114800" algn="l">
              <a:lnSpc>
                <a:spcPct val="100000"/>
              </a:lnSpc>
              <a:spcBef>
                <a:spcPts val="4800"/>
              </a:spcBef>
              <a:spcAft>
                <a:spcPts val="0"/>
              </a:spcAft>
              <a:buSzPts val="7680"/>
              <a:buNone/>
              <a:defRPr b="1" sz="7680"/>
            </a:lvl9pPr>
          </a:lstStyle>
          <a:p/>
        </p:txBody>
      </p:sp>
      <p:sp>
        <p:nvSpPr>
          <p:cNvPr id="46" name="Google Shape;46;p8"/>
          <p:cNvSpPr txBox="1"/>
          <p:nvPr>
            <p:ph idx="2" type="body"/>
          </p:nvPr>
        </p:nvSpPr>
        <p:spPr>
          <a:xfrm>
            <a:off x="5290748" y="15087600"/>
            <a:ext cx="15782515" cy="12464525"/>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4800"/>
              </a:spcBef>
              <a:spcAft>
                <a:spcPts val="0"/>
              </a:spcAft>
              <a:buSzPts val="1800"/>
              <a:buChar char="•"/>
              <a:defRPr/>
            </a:lvl1pPr>
            <a:lvl2pPr indent="-342900" lvl="1" marL="914400" algn="l">
              <a:lnSpc>
                <a:spcPct val="100000"/>
              </a:lnSpc>
              <a:spcBef>
                <a:spcPts val="4800"/>
              </a:spcBef>
              <a:spcAft>
                <a:spcPts val="0"/>
              </a:spcAft>
              <a:buSzPts val="1800"/>
              <a:buChar char="•"/>
              <a:defRPr/>
            </a:lvl2pPr>
            <a:lvl3pPr indent="-342900" lvl="2" marL="1371600" algn="l">
              <a:lnSpc>
                <a:spcPct val="100000"/>
              </a:lnSpc>
              <a:spcBef>
                <a:spcPts val="4800"/>
              </a:spcBef>
              <a:spcAft>
                <a:spcPts val="0"/>
              </a:spcAft>
              <a:buSzPts val="1800"/>
              <a:buChar char="•"/>
              <a:defRPr/>
            </a:lvl3pPr>
            <a:lvl4pPr indent="-342900" lvl="3" marL="1828800" algn="l">
              <a:lnSpc>
                <a:spcPct val="100000"/>
              </a:lnSpc>
              <a:spcBef>
                <a:spcPts val="4800"/>
              </a:spcBef>
              <a:spcAft>
                <a:spcPts val="0"/>
              </a:spcAft>
              <a:buSzPts val="1800"/>
              <a:buChar char="•"/>
              <a:defRPr/>
            </a:lvl4pPr>
            <a:lvl5pPr indent="-342900" lvl="4" marL="2286000" algn="l">
              <a:lnSpc>
                <a:spcPct val="100000"/>
              </a:lnSpc>
              <a:spcBef>
                <a:spcPts val="4800"/>
              </a:spcBef>
              <a:spcAft>
                <a:spcPts val="0"/>
              </a:spcAft>
              <a:buSzPts val="1800"/>
              <a:buChar char="•"/>
              <a:defRPr/>
            </a:lvl5pPr>
            <a:lvl6pPr indent="-342900" lvl="5" marL="2743200" algn="l">
              <a:lnSpc>
                <a:spcPct val="100000"/>
              </a:lnSpc>
              <a:spcBef>
                <a:spcPts val="4800"/>
              </a:spcBef>
              <a:spcAft>
                <a:spcPts val="0"/>
              </a:spcAft>
              <a:buSzPts val="1800"/>
              <a:buChar char="•"/>
              <a:defRPr/>
            </a:lvl6pPr>
            <a:lvl7pPr indent="-342900" lvl="6" marL="3200400" algn="l">
              <a:lnSpc>
                <a:spcPct val="100000"/>
              </a:lnSpc>
              <a:spcBef>
                <a:spcPts val="4800"/>
              </a:spcBef>
              <a:spcAft>
                <a:spcPts val="0"/>
              </a:spcAft>
              <a:buSzPts val="1800"/>
              <a:buChar char="•"/>
              <a:defRPr/>
            </a:lvl7pPr>
            <a:lvl8pPr indent="-342900" lvl="7" marL="3657600" algn="l">
              <a:lnSpc>
                <a:spcPct val="100000"/>
              </a:lnSpc>
              <a:spcBef>
                <a:spcPts val="4800"/>
              </a:spcBef>
              <a:spcAft>
                <a:spcPts val="0"/>
              </a:spcAft>
              <a:buSzPts val="1800"/>
              <a:buChar char="•"/>
              <a:defRPr/>
            </a:lvl8pPr>
            <a:lvl9pPr indent="-342900" lvl="8" marL="4114800" algn="l">
              <a:lnSpc>
                <a:spcPct val="100000"/>
              </a:lnSpc>
              <a:spcBef>
                <a:spcPts val="4800"/>
              </a:spcBef>
              <a:spcAft>
                <a:spcPts val="0"/>
              </a:spcAft>
              <a:buSzPts val="1800"/>
              <a:buChar char="•"/>
              <a:defRPr/>
            </a:lvl9pPr>
          </a:lstStyle>
          <a:p/>
        </p:txBody>
      </p:sp>
      <p:sp>
        <p:nvSpPr>
          <p:cNvPr id="47" name="Google Shape;47;p8"/>
          <p:cNvSpPr txBox="1"/>
          <p:nvPr>
            <p:ph idx="3" type="body"/>
          </p:nvPr>
        </p:nvSpPr>
        <p:spPr>
          <a:xfrm>
            <a:off x="22817938" y="15087600"/>
            <a:ext cx="15794477" cy="12464525"/>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4800"/>
              </a:spcBef>
              <a:spcAft>
                <a:spcPts val="0"/>
              </a:spcAft>
              <a:buSzPts val="1800"/>
              <a:buChar char="•"/>
              <a:defRPr/>
            </a:lvl1pPr>
            <a:lvl2pPr indent="-342900" lvl="1" marL="914400" algn="l">
              <a:lnSpc>
                <a:spcPct val="100000"/>
              </a:lnSpc>
              <a:spcBef>
                <a:spcPts val="4800"/>
              </a:spcBef>
              <a:spcAft>
                <a:spcPts val="0"/>
              </a:spcAft>
              <a:buSzPts val="1800"/>
              <a:buChar char="•"/>
              <a:defRPr/>
            </a:lvl2pPr>
            <a:lvl3pPr indent="-342900" lvl="2" marL="1371600" algn="l">
              <a:lnSpc>
                <a:spcPct val="100000"/>
              </a:lnSpc>
              <a:spcBef>
                <a:spcPts val="4800"/>
              </a:spcBef>
              <a:spcAft>
                <a:spcPts val="0"/>
              </a:spcAft>
              <a:buSzPts val="1800"/>
              <a:buChar char="•"/>
              <a:defRPr/>
            </a:lvl3pPr>
            <a:lvl4pPr indent="-342900" lvl="3" marL="1828800" algn="l">
              <a:lnSpc>
                <a:spcPct val="100000"/>
              </a:lnSpc>
              <a:spcBef>
                <a:spcPts val="4800"/>
              </a:spcBef>
              <a:spcAft>
                <a:spcPts val="0"/>
              </a:spcAft>
              <a:buSzPts val="1800"/>
              <a:buChar char="•"/>
              <a:defRPr/>
            </a:lvl4pPr>
            <a:lvl5pPr indent="-716280" lvl="4" marL="2286000" algn="l">
              <a:lnSpc>
                <a:spcPct val="100000"/>
              </a:lnSpc>
              <a:spcBef>
                <a:spcPts val="4800"/>
              </a:spcBef>
              <a:spcAft>
                <a:spcPts val="0"/>
              </a:spcAft>
              <a:buSzPts val="7680"/>
              <a:buChar char="•"/>
              <a:defRPr/>
            </a:lvl5pPr>
            <a:lvl6pPr indent="-342900" lvl="5" marL="2743200" algn="l">
              <a:lnSpc>
                <a:spcPct val="100000"/>
              </a:lnSpc>
              <a:spcBef>
                <a:spcPts val="4800"/>
              </a:spcBef>
              <a:spcAft>
                <a:spcPts val="0"/>
              </a:spcAft>
              <a:buSzPts val="1800"/>
              <a:buChar char="•"/>
              <a:defRPr/>
            </a:lvl6pPr>
            <a:lvl7pPr indent="-342900" lvl="6" marL="3200400" algn="l">
              <a:lnSpc>
                <a:spcPct val="100000"/>
              </a:lnSpc>
              <a:spcBef>
                <a:spcPts val="4800"/>
              </a:spcBef>
              <a:spcAft>
                <a:spcPts val="0"/>
              </a:spcAft>
              <a:buSzPts val="1800"/>
              <a:buChar char="•"/>
              <a:defRPr/>
            </a:lvl7pPr>
            <a:lvl8pPr indent="-342900" lvl="7" marL="3657600" algn="l">
              <a:lnSpc>
                <a:spcPct val="100000"/>
              </a:lnSpc>
              <a:spcBef>
                <a:spcPts val="4800"/>
              </a:spcBef>
              <a:spcAft>
                <a:spcPts val="0"/>
              </a:spcAft>
              <a:buSzPts val="1800"/>
              <a:buChar char="•"/>
              <a:defRPr/>
            </a:lvl8pPr>
            <a:lvl9pPr indent="-342900" lvl="8" marL="4114800" algn="l">
              <a:lnSpc>
                <a:spcPct val="100000"/>
              </a:lnSpc>
              <a:spcBef>
                <a:spcPts val="4800"/>
              </a:spcBef>
              <a:spcAft>
                <a:spcPts val="0"/>
              </a:spcAft>
              <a:buSzPts val="1800"/>
              <a:buChar char="•"/>
              <a:defRPr/>
            </a:lvl9pPr>
          </a:lstStyle>
          <a:p/>
        </p:txBody>
      </p:sp>
      <p:sp>
        <p:nvSpPr>
          <p:cNvPr id="48" name="Google Shape;48;p8"/>
          <p:cNvSpPr txBox="1"/>
          <p:nvPr>
            <p:ph idx="4" type="body"/>
          </p:nvPr>
        </p:nvSpPr>
        <p:spPr>
          <a:xfrm>
            <a:off x="22817938" y="11104485"/>
            <a:ext cx="15794477" cy="3379618"/>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4800"/>
              </a:spcBef>
              <a:spcAft>
                <a:spcPts val="0"/>
              </a:spcAft>
              <a:buSzPts val="9120"/>
              <a:buNone/>
              <a:defRPr b="0" sz="9120" cap="none">
                <a:solidFill>
                  <a:srgbClr val="6B8890"/>
                </a:solidFill>
              </a:defRPr>
            </a:lvl1pPr>
            <a:lvl2pPr indent="-228600" lvl="1" marL="914400" algn="l">
              <a:lnSpc>
                <a:spcPct val="100000"/>
              </a:lnSpc>
              <a:spcBef>
                <a:spcPts val="4800"/>
              </a:spcBef>
              <a:spcAft>
                <a:spcPts val="0"/>
              </a:spcAft>
              <a:buSzPts val="9120"/>
              <a:buNone/>
              <a:defRPr b="1" sz="9120"/>
            </a:lvl2pPr>
            <a:lvl3pPr indent="-228600" lvl="2" marL="1371600" algn="l">
              <a:lnSpc>
                <a:spcPct val="100000"/>
              </a:lnSpc>
              <a:spcBef>
                <a:spcPts val="4800"/>
              </a:spcBef>
              <a:spcAft>
                <a:spcPts val="0"/>
              </a:spcAft>
              <a:buSzPts val="8640"/>
              <a:buNone/>
              <a:defRPr b="1" sz="8640"/>
            </a:lvl3pPr>
            <a:lvl4pPr indent="-228600" lvl="3" marL="1828800" algn="l">
              <a:lnSpc>
                <a:spcPct val="100000"/>
              </a:lnSpc>
              <a:spcBef>
                <a:spcPts val="4800"/>
              </a:spcBef>
              <a:spcAft>
                <a:spcPts val="0"/>
              </a:spcAft>
              <a:buSzPts val="7680"/>
              <a:buNone/>
              <a:defRPr b="1" sz="7680"/>
            </a:lvl4pPr>
            <a:lvl5pPr indent="-228600" lvl="4" marL="2286000" algn="l">
              <a:lnSpc>
                <a:spcPct val="100000"/>
              </a:lnSpc>
              <a:spcBef>
                <a:spcPts val="4800"/>
              </a:spcBef>
              <a:spcAft>
                <a:spcPts val="0"/>
              </a:spcAft>
              <a:buSzPts val="7680"/>
              <a:buNone/>
              <a:defRPr b="1" sz="7680"/>
            </a:lvl5pPr>
            <a:lvl6pPr indent="-228600" lvl="5" marL="2743200" algn="l">
              <a:lnSpc>
                <a:spcPct val="100000"/>
              </a:lnSpc>
              <a:spcBef>
                <a:spcPts val="4800"/>
              </a:spcBef>
              <a:spcAft>
                <a:spcPts val="0"/>
              </a:spcAft>
              <a:buSzPts val="7680"/>
              <a:buNone/>
              <a:defRPr b="1" sz="7680"/>
            </a:lvl6pPr>
            <a:lvl7pPr indent="-228600" lvl="6" marL="3200400" algn="l">
              <a:lnSpc>
                <a:spcPct val="100000"/>
              </a:lnSpc>
              <a:spcBef>
                <a:spcPts val="4800"/>
              </a:spcBef>
              <a:spcAft>
                <a:spcPts val="0"/>
              </a:spcAft>
              <a:buSzPts val="7680"/>
              <a:buNone/>
              <a:defRPr b="1" sz="7680"/>
            </a:lvl7pPr>
            <a:lvl8pPr indent="-228600" lvl="7" marL="3657600" algn="l">
              <a:lnSpc>
                <a:spcPct val="100000"/>
              </a:lnSpc>
              <a:spcBef>
                <a:spcPts val="4800"/>
              </a:spcBef>
              <a:spcAft>
                <a:spcPts val="0"/>
              </a:spcAft>
              <a:buSzPts val="7680"/>
              <a:buNone/>
              <a:defRPr b="1" sz="7680"/>
            </a:lvl8pPr>
            <a:lvl9pPr indent="-228600" lvl="8" marL="4114800" algn="l">
              <a:lnSpc>
                <a:spcPct val="100000"/>
              </a:lnSpc>
              <a:spcBef>
                <a:spcPts val="4800"/>
              </a:spcBef>
              <a:spcAft>
                <a:spcPts val="0"/>
              </a:spcAft>
              <a:buSzPts val="7680"/>
              <a:buNone/>
              <a:defRPr b="1" sz="7680"/>
            </a:lvl9pPr>
          </a:lstStyle>
          <a:p/>
        </p:txBody>
      </p:sp>
      <p:sp>
        <p:nvSpPr>
          <p:cNvPr id="49" name="Google Shape;49;p8"/>
          <p:cNvSpPr txBox="1"/>
          <p:nvPr>
            <p:ph idx="10" type="dt"/>
          </p:nvPr>
        </p:nvSpPr>
        <p:spPr>
          <a:xfrm>
            <a:off x="28698926" y="29946317"/>
            <a:ext cx="9913488" cy="155504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8"/>
          <p:cNvSpPr txBox="1"/>
          <p:nvPr>
            <p:ph idx="11" type="ftr"/>
          </p:nvPr>
        </p:nvSpPr>
        <p:spPr>
          <a:xfrm>
            <a:off x="5290748" y="29933798"/>
            <a:ext cx="21871987" cy="153619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p:nvPr>
            <p:ph idx="12" type="sldNum"/>
          </p:nvPr>
        </p:nvSpPr>
        <p:spPr>
          <a:xfrm>
            <a:off x="39552538" y="29846016"/>
            <a:ext cx="1755648" cy="1755648"/>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2" name="Google Shape;52;p8"/>
          <p:cNvSpPr txBox="1"/>
          <p:nvPr>
            <p:ph type="title"/>
          </p:nvPr>
        </p:nvSpPr>
        <p:spPr>
          <a:xfrm>
            <a:off x="7709018" y="4630522"/>
            <a:ext cx="28501224" cy="5705856"/>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9"/>
          <p:cNvSpPr txBox="1"/>
          <p:nvPr>
            <p:ph type="title"/>
          </p:nvPr>
        </p:nvSpPr>
        <p:spPr>
          <a:xfrm>
            <a:off x="7709018" y="4630522"/>
            <a:ext cx="28501224" cy="5705856"/>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9"/>
          <p:cNvSpPr txBox="1"/>
          <p:nvPr>
            <p:ph idx="10" type="dt"/>
          </p:nvPr>
        </p:nvSpPr>
        <p:spPr>
          <a:xfrm>
            <a:off x="28698926" y="29946317"/>
            <a:ext cx="9913488" cy="155504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1" type="ftr"/>
          </p:nvPr>
        </p:nvSpPr>
        <p:spPr>
          <a:xfrm>
            <a:off x="5290748" y="29933798"/>
            <a:ext cx="21871987" cy="153619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p:nvPr>
            <p:ph idx="12" type="sldNum"/>
          </p:nvPr>
        </p:nvSpPr>
        <p:spPr>
          <a:xfrm>
            <a:off x="39552538" y="29846016"/>
            <a:ext cx="1755648" cy="1755648"/>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0"/>
          <p:cNvSpPr/>
          <p:nvPr/>
        </p:nvSpPr>
        <p:spPr>
          <a:xfrm>
            <a:off x="0" y="0"/>
            <a:ext cx="21945600" cy="32918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0"/>
          <p:cNvSpPr txBox="1"/>
          <p:nvPr>
            <p:ph type="title"/>
          </p:nvPr>
        </p:nvSpPr>
        <p:spPr>
          <a:xfrm>
            <a:off x="3075375" y="10770381"/>
            <a:ext cx="15794851" cy="5479186"/>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rmAutofit/>
          </a:bodyPr>
          <a:lstStyle>
            <a:lvl1pPr lvl="0" algn="ctr">
              <a:lnSpc>
                <a:spcPct val="90000"/>
              </a:lnSpc>
              <a:spcBef>
                <a:spcPts val="0"/>
              </a:spcBef>
              <a:spcAft>
                <a:spcPts val="0"/>
              </a:spcAft>
              <a:buClr>
                <a:srgbClr val="262626"/>
              </a:buClr>
              <a:buSzPts val="10080"/>
              <a:buFont typeface="Gill Sans"/>
              <a:buNone/>
              <a:defRPr sz="1008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0"/>
          <p:cNvSpPr txBox="1"/>
          <p:nvPr>
            <p:ph idx="1" type="body"/>
          </p:nvPr>
        </p:nvSpPr>
        <p:spPr>
          <a:xfrm>
            <a:off x="24249888" y="3862427"/>
            <a:ext cx="17337024" cy="25193549"/>
          </a:xfrm>
          <a:prstGeom prst="rect">
            <a:avLst/>
          </a:prstGeom>
          <a:noFill/>
          <a:ln>
            <a:noFill/>
          </a:ln>
        </p:spPr>
        <p:txBody>
          <a:bodyPr anchorCtr="0" anchor="t" bIns="45700" lIns="91425" spcFirstLastPara="1" rIns="91425" wrap="square" tIns="45700">
            <a:normAutofit/>
          </a:bodyPr>
          <a:lstStyle>
            <a:lvl1pPr indent="-807720" lvl="0" marL="457200" algn="l">
              <a:lnSpc>
                <a:spcPct val="100000"/>
              </a:lnSpc>
              <a:spcBef>
                <a:spcPts val="4800"/>
              </a:spcBef>
              <a:spcAft>
                <a:spcPts val="0"/>
              </a:spcAft>
              <a:buSzPts val="9120"/>
              <a:buChar char="•"/>
              <a:defRPr sz="9120">
                <a:solidFill>
                  <a:schemeClr val="dk1"/>
                </a:solidFill>
              </a:defRPr>
            </a:lvl1pPr>
            <a:lvl2pPr indent="-716280" lvl="1" marL="914400" algn="l">
              <a:lnSpc>
                <a:spcPct val="100000"/>
              </a:lnSpc>
              <a:spcBef>
                <a:spcPts val="4800"/>
              </a:spcBef>
              <a:spcAft>
                <a:spcPts val="0"/>
              </a:spcAft>
              <a:buSzPts val="7680"/>
              <a:buChar char="•"/>
              <a:defRPr sz="7680">
                <a:solidFill>
                  <a:schemeClr val="dk1"/>
                </a:solidFill>
              </a:defRPr>
            </a:lvl2pPr>
            <a:lvl3pPr indent="-716280" lvl="2" marL="1371600" algn="l">
              <a:lnSpc>
                <a:spcPct val="100000"/>
              </a:lnSpc>
              <a:spcBef>
                <a:spcPts val="4800"/>
              </a:spcBef>
              <a:spcAft>
                <a:spcPts val="0"/>
              </a:spcAft>
              <a:buSzPts val="7680"/>
              <a:buChar char="•"/>
              <a:defRPr sz="7680">
                <a:solidFill>
                  <a:schemeClr val="dk1"/>
                </a:solidFill>
              </a:defRPr>
            </a:lvl3pPr>
            <a:lvl4pPr indent="-716280" lvl="3" marL="1828800" algn="l">
              <a:lnSpc>
                <a:spcPct val="100000"/>
              </a:lnSpc>
              <a:spcBef>
                <a:spcPts val="4800"/>
              </a:spcBef>
              <a:spcAft>
                <a:spcPts val="0"/>
              </a:spcAft>
              <a:buSzPts val="7680"/>
              <a:buChar char="•"/>
              <a:defRPr sz="7680">
                <a:solidFill>
                  <a:schemeClr val="dk1"/>
                </a:solidFill>
              </a:defRPr>
            </a:lvl4pPr>
            <a:lvl5pPr indent="-716280" lvl="4" marL="2286000" algn="l">
              <a:lnSpc>
                <a:spcPct val="100000"/>
              </a:lnSpc>
              <a:spcBef>
                <a:spcPts val="4800"/>
              </a:spcBef>
              <a:spcAft>
                <a:spcPts val="0"/>
              </a:spcAft>
              <a:buSzPts val="7680"/>
              <a:buChar char="•"/>
              <a:defRPr sz="7680">
                <a:solidFill>
                  <a:schemeClr val="dk1"/>
                </a:solidFill>
              </a:defRPr>
            </a:lvl5pPr>
            <a:lvl6pPr indent="-716280" lvl="5" marL="2743200" algn="l">
              <a:lnSpc>
                <a:spcPct val="100000"/>
              </a:lnSpc>
              <a:spcBef>
                <a:spcPts val="4800"/>
              </a:spcBef>
              <a:spcAft>
                <a:spcPts val="0"/>
              </a:spcAft>
              <a:buSzPts val="7680"/>
              <a:buChar char="•"/>
              <a:defRPr sz="7680"/>
            </a:lvl6pPr>
            <a:lvl7pPr indent="-716280" lvl="6" marL="3200400" algn="l">
              <a:lnSpc>
                <a:spcPct val="100000"/>
              </a:lnSpc>
              <a:spcBef>
                <a:spcPts val="4800"/>
              </a:spcBef>
              <a:spcAft>
                <a:spcPts val="0"/>
              </a:spcAft>
              <a:buSzPts val="7680"/>
              <a:buChar char="•"/>
              <a:defRPr sz="7680"/>
            </a:lvl7pPr>
            <a:lvl8pPr indent="-716280" lvl="7" marL="3657600" algn="l">
              <a:lnSpc>
                <a:spcPct val="100000"/>
              </a:lnSpc>
              <a:spcBef>
                <a:spcPts val="4800"/>
              </a:spcBef>
              <a:spcAft>
                <a:spcPts val="0"/>
              </a:spcAft>
              <a:buSzPts val="7680"/>
              <a:buChar char="•"/>
              <a:defRPr sz="7680"/>
            </a:lvl8pPr>
            <a:lvl9pPr indent="-716280" lvl="8" marL="4114800" algn="l">
              <a:lnSpc>
                <a:spcPct val="100000"/>
              </a:lnSpc>
              <a:spcBef>
                <a:spcPts val="4800"/>
              </a:spcBef>
              <a:spcAft>
                <a:spcPts val="0"/>
              </a:spcAft>
              <a:buSzPts val="7680"/>
              <a:buChar char="•"/>
              <a:defRPr sz="7680"/>
            </a:lvl9pPr>
          </a:lstStyle>
          <a:p/>
        </p:txBody>
      </p:sp>
      <p:sp>
        <p:nvSpPr>
          <p:cNvPr id="62" name="Google Shape;62;p10"/>
          <p:cNvSpPr txBox="1"/>
          <p:nvPr>
            <p:ph idx="2" type="body"/>
          </p:nvPr>
        </p:nvSpPr>
        <p:spPr>
          <a:xfrm>
            <a:off x="4142232" y="17039607"/>
            <a:ext cx="13661136" cy="10531373"/>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4800"/>
              </a:spcBef>
              <a:spcAft>
                <a:spcPts val="0"/>
              </a:spcAft>
              <a:buSzPts val="7200"/>
              <a:buNone/>
              <a:defRPr sz="7200">
                <a:solidFill>
                  <a:srgbClr val="FFFFFF"/>
                </a:solidFill>
              </a:defRPr>
            </a:lvl1pPr>
            <a:lvl2pPr indent="-228600" lvl="1" marL="914400" algn="l">
              <a:lnSpc>
                <a:spcPct val="100000"/>
              </a:lnSpc>
              <a:spcBef>
                <a:spcPts val="4800"/>
              </a:spcBef>
              <a:spcAft>
                <a:spcPts val="0"/>
              </a:spcAft>
              <a:buSzPts val="6720"/>
              <a:buNone/>
              <a:defRPr sz="6720"/>
            </a:lvl2pPr>
            <a:lvl3pPr indent="-228600" lvl="2" marL="1371600" algn="l">
              <a:lnSpc>
                <a:spcPct val="100000"/>
              </a:lnSpc>
              <a:spcBef>
                <a:spcPts val="4800"/>
              </a:spcBef>
              <a:spcAft>
                <a:spcPts val="0"/>
              </a:spcAft>
              <a:buSzPts val="5760"/>
              <a:buNone/>
              <a:defRPr sz="5760"/>
            </a:lvl3pPr>
            <a:lvl4pPr indent="-228600" lvl="3" marL="1828800" algn="l">
              <a:lnSpc>
                <a:spcPct val="100000"/>
              </a:lnSpc>
              <a:spcBef>
                <a:spcPts val="4800"/>
              </a:spcBef>
              <a:spcAft>
                <a:spcPts val="0"/>
              </a:spcAft>
              <a:buSzPts val="4800"/>
              <a:buNone/>
              <a:defRPr sz="4800"/>
            </a:lvl4pPr>
            <a:lvl5pPr indent="-228600" lvl="4" marL="2286000" algn="l">
              <a:lnSpc>
                <a:spcPct val="100000"/>
              </a:lnSpc>
              <a:spcBef>
                <a:spcPts val="4800"/>
              </a:spcBef>
              <a:spcAft>
                <a:spcPts val="0"/>
              </a:spcAft>
              <a:buSzPts val="4800"/>
              <a:buNone/>
              <a:defRPr sz="4800"/>
            </a:lvl5pPr>
            <a:lvl6pPr indent="-228600" lvl="5" marL="2743200" algn="l">
              <a:lnSpc>
                <a:spcPct val="100000"/>
              </a:lnSpc>
              <a:spcBef>
                <a:spcPts val="4800"/>
              </a:spcBef>
              <a:spcAft>
                <a:spcPts val="0"/>
              </a:spcAft>
              <a:buSzPts val="4800"/>
              <a:buNone/>
              <a:defRPr sz="4800"/>
            </a:lvl6pPr>
            <a:lvl7pPr indent="-228600" lvl="6" marL="3200400" algn="l">
              <a:lnSpc>
                <a:spcPct val="100000"/>
              </a:lnSpc>
              <a:spcBef>
                <a:spcPts val="4800"/>
              </a:spcBef>
              <a:spcAft>
                <a:spcPts val="0"/>
              </a:spcAft>
              <a:buSzPts val="4800"/>
              <a:buNone/>
              <a:defRPr sz="4800"/>
            </a:lvl7pPr>
            <a:lvl8pPr indent="-228600" lvl="7" marL="3657600" algn="l">
              <a:lnSpc>
                <a:spcPct val="100000"/>
              </a:lnSpc>
              <a:spcBef>
                <a:spcPts val="4800"/>
              </a:spcBef>
              <a:spcAft>
                <a:spcPts val="0"/>
              </a:spcAft>
              <a:buSzPts val="4800"/>
              <a:buNone/>
              <a:defRPr sz="4800"/>
            </a:lvl8pPr>
            <a:lvl9pPr indent="-228600" lvl="8" marL="4114800" algn="l">
              <a:lnSpc>
                <a:spcPct val="100000"/>
              </a:lnSpc>
              <a:spcBef>
                <a:spcPts val="4800"/>
              </a:spcBef>
              <a:spcAft>
                <a:spcPts val="0"/>
              </a:spcAft>
              <a:buSzPts val="4800"/>
              <a:buNone/>
              <a:defRPr sz="4800"/>
            </a:lvl9pPr>
          </a:lstStyle>
          <a:p/>
        </p:txBody>
      </p:sp>
      <p:sp>
        <p:nvSpPr>
          <p:cNvPr id="63" name="Google Shape;63;p10"/>
          <p:cNvSpPr txBox="1"/>
          <p:nvPr>
            <p:ph idx="10" type="dt"/>
          </p:nvPr>
        </p:nvSpPr>
        <p:spPr>
          <a:xfrm>
            <a:off x="28698926" y="29946317"/>
            <a:ext cx="9913488" cy="155504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1" type="ftr"/>
          </p:nvPr>
        </p:nvSpPr>
        <p:spPr>
          <a:xfrm>
            <a:off x="3075375" y="29933798"/>
            <a:ext cx="18270710" cy="1536192"/>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
          <p:cNvSpPr/>
          <p:nvPr>
            <p:ph idx="12" type="sldNum"/>
          </p:nvPr>
        </p:nvSpPr>
        <p:spPr>
          <a:xfrm>
            <a:off x="39552538" y="29846016"/>
            <a:ext cx="1755648" cy="1755648"/>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1"/>
          <p:cNvSpPr/>
          <p:nvPr/>
        </p:nvSpPr>
        <p:spPr>
          <a:xfrm>
            <a:off x="8" y="0"/>
            <a:ext cx="21945595" cy="32918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1"/>
          <p:cNvSpPr txBox="1"/>
          <p:nvPr>
            <p:ph type="title"/>
          </p:nvPr>
        </p:nvSpPr>
        <p:spPr>
          <a:xfrm>
            <a:off x="3072384" y="10770375"/>
            <a:ext cx="15800832" cy="5486400"/>
          </a:xfrm>
          <a:prstGeom prst="rect">
            <a:avLst/>
          </a:prstGeom>
          <a:solidFill>
            <a:srgbClr val="FFFFFF"/>
          </a:solidFill>
          <a:ln cap="flat" cmpd="sng" w="9525">
            <a:solidFill>
              <a:srgbClr val="262626"/>
            </a:solidFill>
            <a:prstDash val="solid"/>
            <a:round/>
            <a:headEnd len="sm" w="sm" type="none"/>
            <a:tailEnd len="sm" w="sm" type="none"/>
          </a:ln>
        </p:spPr>
        <p:txBody>
          <a:bodyPr anchorCtr="1" anchor="ctr" bIns="182875" lIns="182875" spcFirstLastPara="1" rIns="182875" wrap="square" tIns="182875">
            <a:noAutofit/>
          </a:bodyPr>
          <a:lstStyle>
            <a:lvl1pPr lvl="0" algn="ctr">
              <a:lnSpc>
                <a:spcPct val="90000"/>
              </a:lnSpc>
              <a:spcBef>
                <a:spcPts val="0"/>
              </a:spcBef>
              <a:spcAft>
                <a:spcPts val="0"/>
              </a:spcAft>
              <a:buClr>
                <a:srgbClr val="262626"/>
              </a:buClr>
              <a:buSzPts val="10080"/>
              <a:buFont typeface="Gill Sans"/>
              <a:buNone/>
              <a:defRPr sz="1008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1"/>
          <p:cNvSpPr/>
          <p:nvPr>
            <p:ph idx="2" type="pic"/>
          </p:nvPr>
        </p:nvSpPr>
        <p:spPr>
          <a:xfrm>
            <a:off x="21945603" y="-202426"/>
            <a:ext cx="21967550" cy="32918400"/>
          </a:xfrm>
          <a:prstGeom prst="rect">
            <a:avLst/>
          </a:prstGeom>
          <a:solidFill>
            <a:srgbClr val="BFBFBF"/>
          </a:solidFill>
          <a:ln>
            <a:noFill/>
          </a:ln>
        </p:spPr>
      </p:sp>
      <p:sp>
        <p:nvSpPr>
          <p:cNvPr id="70" name="Google Shape;70;p11"/>
          <p:cNvSpPr txBox="1"/>
          <p:nvPr>
            <p:ph idx="1" type="body"/>
          </p:nvPr>
        </p:nvSpPr>
        <p:spPr>
          <a:xfrm>
            <a:off x="4142232" y="17039613"/>
            <a:ext cx="13661136" cy="10531378"/>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4800"/>
              </a:spcBef>
              <a:spcAft>
                <a:spcPts val="0"/>
              </a:spcAft>
              <a:buSzPts val="7200"/>
              <a:buNone/>
              <a:defRPr sz="7200">
                <a:solidFill>
                  <a:srgbClr val="FFFFFF"/>
                </a:solidFill>
              </a:defRPr>
            </a:lvl1pPr>
            <a:lvl2pPr indent="-228600" lvl="1" marL="914400" algn="l">
              <a:lnSpc>
                <a:spcPct val="100000"/>
              </a:lnSpc>
              <a:spcBef>
                <a:spcPts val="4800"/>
              </a:spcBef>
              <a:spcAft>
                <a:spcPts val="0"/>
              </a:spcAft>
              <a:buSzPts val="6720"/>
              <a:buNone/>
              <a:defRPr sz="6720"/>
            </a:lvl2pPr>
            <a:lvl3pPr indent="-228600" lvl="2" marL="1371600" algn="l">
              <a:lnSpc>
                <a:spcPct val="100000"/>
              </a:lnSpc>
              <a:spcBef>
                <a:spcPts val="4800"/>
              </a:spcBef>
              <a:spcAft>
                <a:spcPts val="0"/>
              </a:spcAft>
              <a:buSzPts val="5760"/>
              <a:buNone/>
              <a:defRPr sz="5760"/>
            </a:lvl3pPr>
            <a:lvl4pPr indent="-228600" lvl="3" marL="1828800" algn="l">
              <a:lnSpc>
                <a:spcPct val="100000"/>
              </a:lnSpc>
              <a:spcBef>
                <a:spcPts val="4800"/>
              </a:spcBef>
              <a:spcAft>
                <a:spcPts val="0"/>
              </a:spcAft>
              <a:buSzPts val="4800"/>
              <a:buNone/>
              <a:defRPr sz="4800"/>
            </a:lvl4pPr>
            <a:lvl5pPr indent="-228600" lvl="4" marL="2286000" algn="l">
              <a:lnSpc>
                <a:spcPct val="100000"/>
              </a:lnSpc>
              <a:spcBef>
                <a:spcPts val="4800"/>
              </a:spcBef>
              <a:spcAft>
                <a:spcPts val="0"/>
              </a:spcAft>
              <a:buSzPts val="4800"/>
              <a:buNone/>
              <a:defRPr sz="4800"/>
            </a:lvl5pPr>
            <a:lvl6pPr indent="-228600" lvl="5" marL="2743200" algn="l">
              <a:lnSpc>
                <a:spcPct val="100000"/>
              </a:lnSpc>
              <a:spcBef>
                <a:spcPts val="4800"/>
              </a:spcBef>
              <a:spcAft>
                <a:spcPts val="0"/>
              </a:spcAft>
              <a:buSzPts val="4800"/>
              <a:buNone/>
              <a:defRPr sz="4800"/>
            </a:lvl6pPr>
            <a:lvl7pPr indent="-228600" lvl="6" marL="3200400" algn="l">
              <a:lnSpc>
                <a:spcPct val="100000"/>
              </a:lnSpc>
              <a:spcBef>
                <a:spcPts val="4800"/>
              </a:spcBef>
              <a:spcAft>
                <a:spcPts val="0"/>
              </a:spcAft>
              <a:buSzPts val="4800"/>
              <a:buNone/>
              <a:defRPr sz="4800"/>
            </a:lvl7pPr>
            <a:lvl8pPr indent="-228600" lvl="7" marL="3657600" algn="l">
              <a:lnSpc>
                <a:spcPct val="100000"/>
              </a:lnSpc>
              <a:spcBef>
                <a:spcPts val="4800"/>
              </a:spcBef>
              <a:spcAft>
                <a:spcPts val="0"/>
              </a:spcAft>
              <a:buSzPts val="4800"/>
              <a:buNone/>
              <a:defRPr sz="4800"/>
            </a:lvl8pPr>
            <a:lvl9pPr indent="-228600" lvl="8" marL="4114800" algn="l">
              <a:lnSpc>
                <a:spcPct val="100000"/>
              </a:lnSpc>
              <a:spcBef>
                <a:spcPts val="4800"/>
              </a:spcBef>
              <a:spcAft>
                <a:spcPts val="0"/>
              </a:spcAft>
              <a:buSzPts val="4800"/>
              <a:buNone/>
              <a:defRPr sz="4800"/>
            </a:lvl9pPr>
          </a:lstStyle>
          <a:p/>
        </p:txBody>
      </p:sp>
      <p:sp>
        <p:nvSpPr>
          <p:cNvPr id="71" name="Google Shape;71;p11"/>
          <p:cNvSpPr txBox="1"/>
          <p:nvPr>
            <p:ph idx="10" type="dt"/>
          </p:nvPr>
        </p:nvSpPr>
        <p:spPr>
          <a:xfrm>
            <a:off x="28698926" y="29946317"/>
            <a:ext cx="9913488" cy="155504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072385" y="29933798"/>
            <a:ext cx="18258739" cy="1536192"/>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p:nvPr>
            <p:ph idx="12" type="sldNum"/>
          </p:nvPr>
        </p:nvSpPr>
        <p:spPr>
          <a:xfrm>
            <a:off x="39552538" y="29846016"/>
            <a:ext cx="1755648" cy="1755648"/>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2"/>
          <p:cNvSpPr txBox="1"/>
          <p:nvPr>
            <p:ph type="title"/>
          </p:nvPr>
        </p:nvSpPr>
        <p:spPr>
          <a:xfrm>
            <a:off x="7709018" y="4630522"/>
            <a:ext cx="28501224" cy="5705856"/>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4514871" y="5856766"/>
            <a:ext cx="14889518" cy="2850122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4800"/>
              </a:spcBef>
              <a:spcAft>
                <a:spcPts val="0"/>
              </a:spcAft>
              <a:buSzPts val="1800"/>
              <a:buChar char="•"/>
              <a:defRPr/>
            </a:lvl1pPr>
            <a:lvl2pPr indent="-342900" lvl="1" marL="914400" algn="l">
              <a:lnSpc>
                <a:spcPct val="100000"/>
              </a:lnSpc>
              <a:spcBef>
                <a:spcPts val="4800"/>
              </a:spcBef>
              <a:spcAft>
                <a:spcPts val="0"/>
              </a:spcAft>
              <a:buSzPts val="1800"/>
              <a:buChar char="•"/>
              <a:defRPr/>
            </a:lvl2pPr>
            <a:lvl3pPr indent="-342900" lvl="2" marL="1371600" algn="l">
              <a:lnSpc>
                <a:spcPct val="100000"/>
              </a:lnSpc>
              <a:spcBef>
                <a:spcPts val="4800"/>
              </a:spcBef>
              <a:spcAft>
                <a:spcPts val="0"/>
              </a:spcAft>
              <a:buSzPts val="1800"/>
              <a:buChar char="•"/>
              <a:defRPr/>
            </a:lvl3pPr>
            <a:lvl4pPr indent="-342900" lvl="3" marL="1828800" algn="l">
              <a:lnSpc>
                <a:spcPct val="100000"/>
              </a:lnSpc>
              <a:spcBef>
                <a:spcPts val="4800"/>
              </a:spcBef>
              <a:spcAft>
                <a:spcPts val="0"/>
              </a:spcAft>
              <a:buSzPts val="1800"/>
              <a:buChar char="•"/>
              <a:defRPr/>
            </a:lvl4pPr>
            <a:lvl5pPr indent="-342900" lvl="4" marL="2286000" algn="l">
              <a:lnSpc>
                <a:spcPct val="100000"/>
              </a:lnSpc>
              <a:spcBef>
                <a:spcPts val="4800"/>
              </a:spcBef>
              <a:spcAft>
                <a:spcPts val="0"/>
              </a:spcAft>
              <a:buSzPts val="1800"/>
              <a:buChar char="•"/>
              <a:defRPr/>
            </a:lvl5pPr>
            <a:lvl6pPr indent="-342900" lvl="5" marL="2743200" algn="l">
              <a:lnSpc>
                <a:spcPct val="100000"/>
              </a:lnSpc>
              <a:spcBef>
                <a:spcPts val="4800"/>
              </a:spcBef>
              <a:spcAft>
                <a:spcPts val="0"/>
              </a:spcAft>
              <a:buSzPts val="1800"/>
              <a:buChar char="•"/>
              <a:defRPr/>
            </a:lvl6pPr>
            <a:lvl7pPr indent="-342900" lvl="6" marL="3200400" algn="l">
              <a:lnSpc>
                <a:spcPct val="100000"/>
              </a:lnSpc>
              <a:spcBef>
                <a:spcPts val="4800"/>
              </a:spcBef>
              <a:spcAft>
                <a:spcPts val="0"/>
              </a:spcAft>
              <a:buSzPts val="1800"/>
              <a:buChar char="•"/>
              <a:defRPr/>
            </a:lvl7pPr>
            <a:lvl8pPr indent="-342900" lvl="7" marL="3657600" algn="l">
              <a:lnSpc>
                <a:spcPct val="100000"/>
              </a:lnSpc>
              <a:spcBef>
                <a:spcPts val="4800"/>
              </a:spcBef>
              <a:spcAft>
                <a:spcPts val="0"/>
              </a:spcAft>
              <a:buSzPts val="1800"/>
              <a:buChar char="•"/>
              <a:defRPr/>
            </a:lvl8pPr>
            <a:lvl9pPr indent="-342900" lvl="8" marL="4114800" algn="l">
              <a:lnSpc>
                <a:spcPct val="100000"/>
              </a:lnSpc>
              <a:spcBef>
                <a:spcPts val="4800"/>
              </a:spcBef>
              <a:spcAft>
                <a:spcPts val="0"/>
              </a:spcAft>
              <a:buSzPts val="1800"/>
              <a:buChar char="•"/>
              <a:defRPr/>
            </a:lvl9pPr>
          </a:lstStyle>
          <a:p/>
        </p:txBody>
      </p:sp>
      <p:sp>
        <p:nvSpPr>
          <p:cNvPr id="77" name="Google Shape;77;p12"/>
          <p:cNvSpPr txBox="1"/>
          <p:nvPr>
            <p:ph idx="10" type="dt"/>
          </p:nvPr>
        </p:nvSpPr>
        <p:spPr>
          <a:xfrm>
            <a:off x="28698926" y="29946317"/>
            <a:ext cx="9913488" cy="155504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5290748" y="29933798"/>
            <a:ext cx="21871987" cy="153619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p:nvPr>
            <p:ph idx="12" type="sldNum"/>
          </p:nvPr>
        </p:nvSpPr>
        <p:spPr>
          <a:xfrm>
            <a:off x="39552538" y="29846016"/>
            <a:ext cx="1755648" cy="1755648"/>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13"/>
          <p:cNvSpPr txBox="1"/>
          <p:nvPr>
            <p:ph type="title"/>
          </p:nvPr>
        </p:nvSpPr>
        <p:spPr>
          <a:xfrm rot="5400000">
            <a:off x="21720370" y="13929682"/>
            <a:ext cx="23920704" cy="5059037"/>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3"/>
          <p:cNvSpPr txBox="1"/>
          <p:nvPr>
            <p:ph idx="1" type="body"/>
          </p:nvPr>
        </p:nvSpPr>
        <p:spPr>
          <a:xfrm rot="5400000">
            <a:off x="7067488" y="5140383"/>
            <a:ext cx="23920704" cy="22637635"/>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4800"/>
              </a:spcBef>
              <a:spcAft>
                <a:spcPts val="0"/>
              </a:spcAft>
              <a:buSzPts val="1800"/>
              <a:buChar char="•"/>
              <a:defRPr/>
            </a:lvl1pPr>
            <a:lvl2pPr indent="-342900" lvl="1" marL="914400" algn="l">
              <a:lnSpc>
                <a:spcPct val="100000"/>
              </a:lnSpc>
              <a:spcBef>
                <a:spcPts val="4800"/>
              </a:spcBef>
              <a:spcAft>
                <a:spcPts val="0"/>
              </a:spcAft>
              <a:buSzPts val="1800"/>
              <a:buChar char="•"/>
              <a:defRPr/>
            </a:lvl2pPr>
            <a:lvl3pPr indent="-342900" lvl="2" marL="1371600" algn="l">
              <a:lnSpc>
                <a:spcPct val="100000"/>
              </a:lnSpc>
              <a:spcBef>
                <a:spcPts val="4800"/>
              </a:spcBef>
              <a:spcAft>
                <a:spcPts val="0"/>
              </a:spcAft>
              <a:buSzPts val="1800"/>
              <a:buChar char="•"/>
              <a:defRPr/>
            </a:lvl3pPr>
            <a:lvl4pPr indent="-342900" lvl="3" marL="1828800" algn="l">
              <a:lnSpc>
                <a:spcPct val="100000"/>
              </a:lnSpc>
              <a:spcBef>
                <a:spcPts val="4800"/>
              </a:spcBef>
              <a:spcAft>
                <a:spcPts val="0"/>
              </a:spcAft>
              <a:buSzPts val="1800"/>
              <a:buChar char="•"/>
              <a:defRPr/>
            </a:lvl4pPr>
            <a:lvl5pPr indent="-342900" lvl="4" marL="2286000" algn="l">
              <a:lnSpc>
                <a:spcPct val="100000"/>
              </a:lnSpc>
              <a:spcBef>
                <a:spcPts val="4800"/>
              </a:spcBef>
              <a:spcAft>
                <a:spcPts val="0"/>
              </a:spcAft>
              <a:buSzPts val="1800"/>
              <a:buChar char="•"/>
              <a:defRPr/>
            </a:lvl5pPr>
            <a:lvl6pPr indent="-342900" lvl="5" marL="2743200" algn="l">
              <a:lnSpc>
                <a:spcPct val="100000"/>
              </a:lnSpc>
              <a:spcBef>
                <a:spcPts val="4800"/>
              </a:spcBef>
              <a:spcAft>
                <a:spcPts val="0"/>
              </a:spcAft>
              <a:buSzPts val="1800"/>
              <a:buChar char="•"/>
              <a:defRPr/>
            </a:lvl6pPr>
            <a:lvl7pPr indent="-342900" lvl="6" marL="3200400" algn="l">
              <a:lnSpc>
                <a:spcPct val="100000"/>
              </a:lnSpc>
              <a:spcBef>
                <a:spcPts val="4800"/>
              </a:spcBef>
              <a:spcAft>
                <a:spcPts val="0"/>
              </a:spcAft>
              <a:buSzPts val="1800"/>
              <a:buChar char="•"/>
              <a:defRPr/>
            </a:lvl7pPr>
            <a:lvl8pPr indent="-342900" lvl="7" marL="3657600" algn="l">
              <a:lnSpc>
                <a:spcPct val="100000"/>
              </a:lnSpc>
              <a:spcBef>
                <a:spcPts val="4800"/>
              </a:spcBef>
              <a:spcAft>
                <a:spcPts val="0"/>
              </a:spcAft>
              <a:buSzPts val="1800"/>
              <a:buChar char="•"/>
              <a:defRPr/>
            </a:lvl8pPr>
            <a:lvl9pPr indent="-342900" lvl="8" marL="4114800" algn="l">
              <a:lnSpc>
                <a:spcPct val="100000"/>
              </a:lnSpc>
              <a:spcBef>
                <a:spcPts val="4800"/>
              </a:spcBef>
              <a:spcAft>
                <a:spcPts val="0"/>
              </a:spcAft>
              <a:buSzPts val="1800"/>
              <a:buChar char="•"/>
              <a:defRPr/>
            </a:lvl9pPr>
          </a:lstStyle>
          <a:p/>
        </p:txBody>
      </p:sp>
      <p:sp>
        <p:nvSpPr>
          <p:cNvPr id="83" name="Google Shape;83;p13"/>
          <p:cNvSpPr txBox="1"/>
          <p:nvPr>
            <p:ph idx="10" type="dt"/>
          </p:nvPr>
        </p:nvSpPr>
        <p:spPr>
          <a:xfrm>
            <a:off x="28698926" y="29946317"/>
            <a:ext cx="9913488" cy="155504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3"/>
          <p:cNvSpPr txBox="1"/>
          <p:nvPr>
            <p:ph idx="11" type="ftr"/>
          </p:nvPr>
        </p:nvSpPr>
        <p:spPr>
          <a:xfrm>
            <a:off x="5290748" y="29933798"/>
            <a:ext cx="21871987" cy="153619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3"/>
          <p:cNvSpPr/>
          <p:nvPr>
            <p:ph idx="12" type="sldNum"/>
          </p:nvPr>
        </p:nvSpPr>
        <p:spPr>
          <a:xfrm>
            <a:off x="39552538" y="29846016"/>
            <a:ext cx="1755648" cy="1755648"/>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7709018" y="4630522"/>
            <a:ext cx="28501224" cy="5705856"/>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12480"/>
              <a:buFont typeface="Gill Sans"/>
              <a:buNone/>
              <a:defRPr b="0" i="0" sz="12480" u="none" cap="none" strike="noStrik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
          <p:cNvSpPr txBox="1"/>
          <p:nvPr>
            <p:ph idx="1" type="body"/>
          </p:nvPr>
        </p:nvSpPr>
        <p:spPr>
          <a:xfrm>
            <a:off x="7709018" y="12662619"/>
            <a:ext cx="28501224" cy="14889518"/>
          </a:xfrm>
          <a:prstGeom prst="rect">
            <a:avLst/>
          </a:prstGeom>
          <a:noFill/>
          <a:ln>
            <a:noFill/>
          </a:ln>
        </p:spPr>
        <p:txBody>
          <a:bodyPr anchorCtr="0" anchor="t" bIns="45700" lIns="91425" spcFirstLastPara="1" rIns="91425" wrap="square" tIns="45700">
            <a:normAutofit/>
          </a:bodyPr>
          <a:lstStyle>
            <a:lvl1pPr indent="-777240" lvl="0" marL="457200" marR="0" rtl="0" algn="l">
              <a:lnSpc>
                <a:spcPct val="100000"/>
              </a:lnSpc>
              <a:spcBef>
                <a:spcPts val="4800"/>
              </a:spcBef>
              <a:spcAft>
                <a:spcPts val="0"/>
              </a:spcAft>
              <a:buClr>
                <a:schemeClr val="accent2"/>
              </a:buClr>
              <a:buSzPts val="8640"/>
              <a:buFont typeface="Arial"/>
              <a:buChar char="•"/>
              <a:defRPr b="0" i="0" sz="8640" u="none" cap="none" strike="noStrike">
                <a:solidFill>
                  <a:srgbClr val="262626"/>
                </a:solidFill>
                <a:latin typeface="Gill Sans"/>
                <a:ea typeface="Gill Sans"/>
                <a:cs typeface="Gill Sans"/>
                <a:sym typeface="Gill Sans"/>
              </a:defRPr>
            </a:lvl1pPr>
            <a:lvl2pPr indent="-716280" lvl="1" marL="914400" marR="0" rtl="0" algn="l">
              <a:lnSpc>
                <a:spcPct val="100000"/>
              </a:lnSpc>
              <a:spcBef>
                <a:spcPts val="4800"/>
              </a:spcBef>
              <a:spcAft>
                <a:spcPts val="0"/>
              </a:spcAft>
              <a:buClr>
                <a:schemeClr val="accent2"/>
              </a:buClr>
              <a:buSzPts val="7680"/>
              <a:buFont typeface="Arial"/>
              <a:buChar char="•"/>
              <a:defRPr b="0" i="0" sz="7680" u="none" cap="none" strike="noStrike">
                <a:solidFill>
                  <a:srgbClr val="262626"/>
                </a:solidFill>
                <a:latin typeface="Gill Sans"/>
                <a:ea typeface="Gill Sans"/>
                <a:cs typeface="Gill Sans"/>
                <a:sym typeface="Gill Sans"/>
              </a:defRPr>
            </a:lvl2pPr>
            <a:lvl3pPr indent="-716280" lvl="2" marL="1371600" marR="0" rtl="0" algn="l">
              <a:lnSpc>
                <a:spcPct val="100000"/>
              </a:lnSpc>
              <a:spcBef>
                <a:spcPts val="4800"/>
              </a:spcBef>
              <a:spcAft>
                <a:spcPts val="0"/>
              </a:spcAft>
              <a:buClr>
                <a:schemeClr val="accent2"/>
              </a:buClr>
              <a:buSzPts val="7680"/>
              <a:buFont typeface="Arial"/>
              <a:buChar char="•"/>
              <a:defRPr b="0" i="0" sz="7680" u="none" cap="none" strike="noStrike">
                <a:solidFill>
                  <a:srgbClr val="262626"/>
                </a:solidFill>
                <a:latin typeface="Gill Sans"/>
                <a:ea typeface="Gill Sans"/>
                <a:cs typeface="Gill Sans"/>
                <a:sym typeface="Gill Sans"/>
              </a:defRPr>
            </a:lvl3pPr>
            <a:lvl4pPr indent="-716280" lvl="3" marL="1828800" marR="0" rtl="0" algn="l">
              <a:lnSpc>
                <a:spcPct val="100000"/>
              </a:lnSpc>
              <a:spcBef>
                <a:spcPts val="4800"/>
              </a:spcBef>
              <a:spcAft>
                <a:spcPts val="0"/>
              </a:spcAft>
              <a:buClr>
                <a:schemeClr val="accent2"/>
              </a:buClr>
              <a:buSzPts val="7680"/>
              <a:buFont typeface="Arial"/>
              <a:buChar char="•"/>
              <a:defRPr b="0" i="0" sz="7680" u="none" cap="none" strike="noStrike">
                <a:solidFill>
                  <a:srgbClr val="262626"/>
                </a:solidFill>
                <a:latin typeface="Gill Sans"/>
                <a:ea typeface="Gill Sans"/>
                <a:cs typeface="Gill Sans"/>
                <a:sym typeface="Gill Sans"/>
              </a:defRPr>
            </a:lvl4pPr>
            <a:lvl5pPr indent="-716280" lvl="4" marL="2286000" marR="0" rtl="0" algn="l">
              <a:lnSpc>
                <a:spcPct val="100000"/>
              </a:lnSpc>
              <a:spcBef>
                <a:spcPts val="4800"/>
              </a:spcBef>
              <a:spcAft>
                <a:spcPts val="0"/>
              </a:spcAft>
              <a:buClr>
                <a:schemeClr val="accent2"/>
              </a:buClr>
              <a:buSzPts val="7680"/>
              <a:buFont typeface="Arial"/>
              <a:buChar char="•"/>
              <a:defRPr b="0" i="0" sz="7680" u="none" cap="none" strike="noStrike">
                <a:solidFill>
                  <a:srgbClr val="262626"/>
                </a:solidFill>
                <a:latin typeface="Gill Sans"/>
                <a:ea typeface="Gill Sans"/>
                <a:cs typeface="Gill Sans"/>
                <a:sym typeface="Gill Sans"/>
              </a:defRPr>
            </a:lvl5pPr>
            <a:lvl6pPr indent="-716280" lvl="5" marL="2743200" marR="0" rtl="0" algn="l">
              <a:lnSpc>
                <a:spcPct val="100000"/>
              </a:lnSpc>
              <a:spcBef>
                <a:spcPts val="4800"/>
              </a:spcBef>
              <a:spcAft>
                <a:spcPts val="0"/>
              </a:spcAft>
              <a:buClr>
                <a:schemeClr val="accent2"/>
              </a:buClr>
              <a:buSzPts val="7680"/>
              <a:buFont typeface="Arial"/>
              <a:buChar char="•"/>
              <a:defRPr b="0" i="0" sz="7680" u="none" cap="none" strike="noStrike">
                <a:solidFill>
                  <a:schemeClr val="dk1"/>
                </a:solidFill>
                <a:latin typeface="Gill Sans"/>
                <a:ea typeface="Gill Sans"/>
                <a:cs typeface="Gill Sans"/>
                <a:sym typeface="Gill Sans"/>
              </a:defRPr>
            </a:lvl6pPr>
            <a:lvl7pPr indent="-716280" lvl="6" marL="3200400" marR="0" rtl="0" algn="l">
              <a:lnSpc>
                <a:spcPct val="100000"/>
              </a:lnSpc>
              <a:spcBef>
                <a:spcPts val="4800"/>
              </a:spcBef>
              <a:spcAft>
                <a:spcPts val="0"/>
              </a:spcAft>
              <a:buClr>
                <a:schemeClr val="accent2"/>
              </a:buClr>
              <a:buSzPts val="7680"/>
              <a:buFont typeface="Arial"/>
              <a:buChar char="•"/>
              <a:defRPr b="0" i="0" sz="7680" u="none" cap="none" strike="noStrike">
                <a:solidFill>
                  <a:schemeClr val="dk1"/>
                </a:solidFill>
                <a:latin typeface="Gill Sans"/>
                <a:ea typeface="Gill Sans"/>
                <a:cs typeface="Gill Sans"/>
                <a:sym typeface="Gill Sans"/>
              </a:defRPr>
            </a:lvl7pPr>
            <a:lvl8pPr indent="-716280" lvl="7" marL="3657600" marR="0" rtl="0" algn="l">
              <a:lnSpc>
                <a:spcPct val="100000"/>
              </a:lnSpc>
              <a:spcBef>
                <a:spcPts val="4800"/>
              </a:spcBef>
              <a:spcAft>
                <a:spcPts val="0"/>
              </a:spcAft>
              <a:buClr>
                <a:schemeClr val="accent2"/>
              </a:buClr>
              <a:buSzPts val="7680"/>
              <a:buFont typeface="Arial"/>
              <a:buChar char="•"/>
              <a:defRPr b="0" i="0" sz="7680" u="none" cap="none" strike="noStrike">
                <a:solidFill>
                  <a:schemeClr val="dk1"/>
                </a:solidFill>
                <a:latin typeface="Gill Sans"/>
                <a:ea typeface="Gill Sans"/>
                <a:cs typeface="Gill Sans"/>
                <a:sym typeface="Gill Sans"/>
              </a:defRPr>
            </a:lvl8pPr>
            <a:lvl9pPr indent="-716280" lvl="8" marL="4114800" marR="0" rtl="0" algn="l">
              <a:lnSpc>
                <a:spcPct val="100000"/>
              </a:lnSpc>
              <a:spcBef>
                <a:spcPts val="4800"/>
              </a:spcBef>
              <a:spcAft>
                <a:spcPts val="0"/>
              </a:spcAft>
              <a:buClr>
                <a:schemeClr val="accent2"/>
              </a:buClr>
              <a:buSzPts val="7680"/>
              <a:buFont typeface="Arial"/>
              <a:buChar char="•"/>
              <a:defRPr b="0" i="0" sz="7680" u="none" cap="none" strike="noStrike">
                <a:solidFill>
                  <a:schemeClr val="dk1"/>
                </a:solidFill>
                <a:latin typeface="Gill Sans"/>
                <a:ea typeface="Gill Sans"/>
                <a:cs typeface="Gill Sans"/>
                <a:sym typeface="Gill Sans"/>
              </a:defRPr>
            </a:lvl9pPr>
          </a:lstStyle>
          <a:p/>
        </p:txBody>
      </p:sp>
      <p:sp>
        <p:nvSpPr>
          <p:cNvPr id="12" name="Google Shape;12;p2"/>
          <p:cNvSpPr txBox="1"/>
          <p:nvPr>
            <p:ph idx="10" type="dt"/>
          </p:nvPr>
        </p:nvSpPr>
        <p:spPr>
          <a:xfrm>
            <a:off x="28698926" y="29946317"/>
            <a:ext cx="9913488" cy="155504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4800"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9pPr>
          </a:lstStyle>
          <a:p/>
        </p:txBody>
      </p:sp>
      <p:sp>
        <p:nvSpPr>
          <p:cNvPr id="13" name="Google Shape;13;p2"/>
          <p:cNvSpPr txBox="1"/>
          <p:nvPr>
            <p:ph idx="11" type="ftr"/>
          </p:nvPr>
        </p:nvSpPr>
        <p:spPr>
          <a:xfrm>
            <a:off x="5290748" y="29933798"/>
            <a:ext cx="21871987" cy="1536192"/>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800"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7257" u="none" cap="none" strike="noStrike">
                <a:solidFill>
                  <a:schemeClr val="dk1"/>
                </a:solidFill>
                <a:latin typeface="Gill Sans"/>
                <a:ea typeface="Gill Sans"/>
                <a:cs typeface="Gill Sans"/>
                <a:sym typeface="Gill Sans"/>
              </a:defRPr>
            </a:lvl9pPr>
          </a:lstStyle>
          <a:p/>
        </p:txBody>
      </p:sp>
      <p:sp>
        <p:nvSpPr>
          <p:cNvPr id="14" name="Google Shape;14;p2"/>
          <p:cNvSpPr/>
          <p:nvPr>
            <p:ph idx="12" type="sldNum"/>
          </p:nvPr>
        </p:nvSpPr>
        <p:spPr>
          <a:xfrm>
            <a:off x="39552538" y="29846016"/>
            <a:ext cx="1755648" cy="1755648"/>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marR="0" rtl="0" algn="ctr">
              <a:spcBef>
                <a:spcPts val="0"/>
              </a:spcBef>
              <a:buNone/>
              <a:defRPr b="0" i="0" sz="5280" u="none" cap="none" strike="noStrike">
                <a:solidFill>
                  <a:srgbClr val="FFFFFF"/>
                </a:solidFill>
                <a:latin typeface="Gill Sans"/>
                <a:ea typeface="Gill Sans"/>
                <a:cs typeface="Gill Sans"/>
                <a:sym typeface="Gill Sans"/>
              </a:defRPr>
            </a:lvl1pPr>
            <a:lvl2pPr indent="0" lvl="1" marL="0" marR="0" rtl="0" algn="ctr">
              <a:spcBef>
                <a:spcPts val="0"/>
              </a:spcBef>
              <a:buNone/>
              <a:defRPr b="0" i="0" sz="5280" u="none" cap="none" strike="noStrike">
                <a:solidFill>
                  <a:srgbClr val="FFFFFF"/>
                </a:solidFill>
                <a:latin typeface="Gill Sans"/>
                <a:ea typeface="Gill Sans"/>
                <a:cs typeface="Gill Sans"/>
                <a:sym typeface="Gill Sans"/>
              </a:defRPr>
            </a:lvl2pPr>
            <a:lvl3pPr indent="0" lvl="2" marL="0" marR="0" rtl="0" algn="ctr">
              <a:spcBef>
                <a:spcPts val="0"/>
              </a:spcBef>
              <a:buNone/>
              <a:defRPr b="0" i="0" sz="5280" u="none" cap="none" strike="noStrike">
                <a:solidFill>
                  <a:srgbClr val="FFFFFF"/>
                </a:solidFill>
                <a:latin typeface="Gill Sans"/>
                <a:ea typeface="Gill Sans"/>
                <a:cs typeface="Gill Sans"/>
                <a:sym typeface="Gill Sans"/>
              </a:defRPr>
            </a:lvl3pPr>
            <a:lvl4pPr indent="0" lvl="3" marL="0" marR="0" rtl="0" algn="ctr">
              <a:spcBef>
                <a:spcPts val="0"/>
              </a:spcBef>
              <a:buNone/>
              <a:defRPr b="0" i="0" sz="5280" u="none" cap="none" strike="noStrike">
                <a:solidFill>
                  <a:srgbClr val="FFFFFF"/>
                </a:solidFill>
                <a:latin typeface="Gill Sans"/>
                <a:ea typeface="Gill Sans"/>
                <a:cs typeface="Gill Sans"/>
                <a:sym typeface="Gill Sans"/>
              </a:defRPr>
            </a:lvl4pPr>
            <a:lvl5pPr indent="0" lvl="4" marL="0" marR="0" rtl="0" algn="ctr">
              <a:spcBef>
                <a:spcPts val="0"/>
              </a:spcBef>
              <a:buNone/>
              <a:defRPr b="0" i="0" sz="5280" u="none" cap="none" strike="noStrike">
                <a:solidFill>
                  <a:srgbClr val="FFFFFF"/>
                </a:solidFill>
                <a:latin typeface="Gill Sans"/>
                <a:ea typeface="Gill Sans"/>
                <a:cs typeface="Gill Sans"/>
                <a:sym typeface="Gill Sans"/>
              </a:defRPr>
            </a:lvl5pPr>
            <a:lvl6pPr indent="0" lvl="5" marL="0" marR="0" rtl="0" algn="ctr">
              <a:spcBef>
                <a:spcPts val="0"/>
              </a:spcBef>
              <a:buNone/>
              <a:defRPr b="0" i="0" sz="5280" u="none" cap="none" strike="noStrike">
                <a:solidFill>
                  <a:srgbClr val="FFFFFF"/>
                </a:solidFill>
                <a:latin typeface="Gill Sans"/>
                <a:ea typeface="Gill Sans"/>
                <a:cs typeface="Gill Sans"/>
                <a:sym typeface="Gill Sans"/>
              </a:defRPr>
            </a:lvl6pPr>
            <a:lvl7pPr indent="0" lvl="6" marL="0" marR="0" rtl="0" algn="ctr">
              <a:spcBef>
                <a:spcPts val="0"/>
              </a:spcBef>
              <a:buNone/>
              <a:defRPr b="0" i="0" sz="5280" u="none" cap="none" strike="noStrike">
                <a:solidFill>
                  <a:srgbClr val="FFFFFF"/>
                </a:solidFill>
                <a:latin typeface="Gill Sans"/>
                <a:ea typeface="Gill Sans"/>
                <a:cs typeface="Gill Sans"/>
                <a:sym typeface="Gill Sans"/>
              </a:defRPr>
            </a:lvl7pPr>
            <a:lvl8pPr indent="0" lvl="7" marL="0" marR="0" rtl="0" algn="ctr">
              <a:spcBef>
                <a:spcPts val="0"/>
              </a:spcBef>
              <a:buNone/>
              <a:defRPr b="0" i="0" sz="5280" u="none" cap="none" strike="noStrike">
                <a:solidFill>
                  <a:srgbClr val="FFFFFF"/>
                </a:solidFill>
                <a:latin typeface="Gill Sans"/>
                <a:ea typeface="Gill Sans"/>
                <a:cs typeface="Gill Sans"/>
                <a:sym typeface="Gill Sans"/>
              </a:defRPr>
            </a:lvl8pPr>
            <a:lvl9pPr indent="0" lvl="8" marL="0" marR="0" rtl="0" algn="ctr">
              <a:spcBef>
                <a:spcPts val="0"/>
              </a:spcBef>
              <a:buNone/>
              <a:defRPr b="0" i="0" sz="528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11" Type="http://schemas.openxmlformats.org/officeDocument/2006/relationships/image" Target="../media/image6.png"/><Relationship Id="rId10" Type="http://schemas.openxmlformats.org/officeDocument/2006/relationships/image" Target="../media/image3.png"/><Relationship Id="rId9"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p:nvPr/>
        </p:nvSpPr>
        <p:spPr>
          <a:xfrm>
            <a:off x="0" y="0"/>
            <a:ext cx="43891200" cy="4926729"/>
          </a:xfrm>
          <a:prstGeom prst="rect">
            <a:avLst/>
          </a:prstGeom>
          <a:solidFill>
            <a:srgbClr val="0F2E50"/>
          </a:soli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57" u="none" cap="none" strike="noStrike">
              <a:solidFill>
                <a:schemeClr val="lt1"/>
              </a:solidFill>
              <a:latin typeface="Gill Sans"/>
              <a:ea typeface="Gill Sans"/>
              <a:cs typeface="Gill Sans"/>
              <a:sym typeface="Gill Sans"/>
            </a:endParaRPr>
          </a:p>
        </p:txBody>
      </p:sp>
      <p:sp>
        <p:nvSpPr>
          <p:cNvPr id="92" name="Google Shape;92;p1"/>
          <p:cNvSpPr/>
          <p:nvPr/>
        </p:nvSpPr>
        <p:spPr>
          <a:xfrm>
            <a:off x="10007452" y="1141729"/>
            <a:ext cx="26159509" cy="29124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7854">
                <a:solidFill>
                  <a:schemeClr val="lt1"/>
                </a:solidFill>
              </a:rPr>
              <a:t>MentAssist – a Web-Based EHR Manager</a:t>
            </a:r>
            <a:endParaRPr b="0" i="0" sz="7854" u="none" cap="none" strike="noStrike">
              <a:solidFill>
                <a:schemeClr val="lt1"/>
              </a:solidFill>
              <a:latin typeface="Arial"/>
              <a:ea typeface="Arial"/>
              <a:cs typeface="Arial"/>
              <a:sym typeface="Arial"/>
            </a:endParaRPr>
          </a:p>
          <a:p>
            <a:pPr indent="0" lvl="0" marL="0" rtl="0" algn="ctr">
              <a:spcBef>
                <a:spcPts val="0"/>
              </a:spcBef>
              <a:spcAft>
                <a:spcPts val="0"/>
              </a:spcAft>
              <a:buNone/>
            </a:pPr>
            <a:r>
              <a:rPr lang="en-US" sz="5236">
                <a:solidFill>
                  <a:schemeClr val="lt1"/>
                </a:solidFill>
              </a:rPr>
              <a:t>C. Abdelhalim, B. Speed, E. Loft, B, Rader, R. Voiles, S. Whitlock</a:t>
            </a:r>
            <a:endParaRPr sz="5236">
              <a:solidFill>
                <a:schemeClr val="lt1"/>
              </a:solidFill>
            </a:endParaRPr>
          </a:p>
          <a:p>
            <a:pPr indent="0" lvl="0" marL="0" marR="0" rtl="0" algn="ctr">
              <a:spcBef>
                <a:spcPts val="0"/>
              </a:spcBef>
              <a:spcAft>
                <a:spcPts val="0"/>
              </a:spcAft>
              <a:buNone/>
            </a:pPr>
            <a:r>
              <a:rPr lang="en-US" sz="5236">
                <a:solidFill>
                  <a:schemeClr val="lt1"/>
                </a:solidFill>
              </a:rPr>
              <a:t>with Dr. Mengjun Xie, Department of Computer Science</a:t>
            </a:r>
            <a:endParaRPr/>
          </a:p>
        </p:txBody>
      </p:sp>
      <p:pic>
        <p:nvPicPr>
          <p:cNvPr id="93" name="Google Shape;93;p1"/>
          <p:cNvPicPr preferRelativeResize="0"/>
          <p:nvPr/>
        </p:nvPicPr>
        <p:blipFill rotWithShape="1">
          <a:blip r:embed="rId3">
            <a:alphaModFix/>
          </a:blip>
          <a:srcRect b="0" l="0" r="0" t="0"/>
          <a:stretch/>
        </p:blipFill>
        <p:spPr>
          <a:xfrm>
            <a:off x="35418883" y="935921"/>
            <a:ext cx="7501411" cy="3009287"/>
          </a:xfrm>
          <a:prstGeom prst="rect">
            <a:avLst/>
          </a:prstGeom>
          <a:noFill/>
          <a:ln>
            <a:noFill/>
          </a:ln>
        </p:spPr>
      </p:pic>
      <p:grpSp>
        <p:nvGrpSpPr>
          <p:cNvPr id="94" name="Google Shape;94;p1"/>
          <p:cNvGrpSpPr/>
          <p:nvPr/>
        </p:nvGrpSpPr>
        <p:grpSpPr>
          <a:xfrm>
            <a:off x="1013202" y="1396314"/>
            <a:ext cx="9140956" cy="2891209"/>
            <a:chOff x="1013202" y="1396314"/>
            <a:chExt cx="9140956" cy="2891209"/>
          </a:xfrm>
        </p:grpSpPr>
        <p:pic>
          <p:nvPicPr>
            <p:cNvPr id="95" name="Google Shape;95;p1"/>
            <p:cNvPicPr preferRelativeResize="0"/>
            <p:nvPr/>
          </p:nvPicPr>
          <p:blipFill rotWithShape="1">
            <a:blip r:embed="rId4">
              <a:alphaModFix/>
            </a:blip>
            <a:srcRect b="0" l="0" r="0" t="0"/>
            <a:stretch/>
          </p:blipFill>
          <p:spPr>
            <a:xfrm>
              <a:off x="1013202" y="1396314"/>
              <a:ext cx="9140956" cy="1505880"/>
            </a:xfrm>
            <a:prstGeom prst="rect">
              <a:avLst/>
            </a:prstGeom>
            <a:noFill/>
            <a:ln>
              <a:noFill/>
            </a:ln>
          </p:spPr>
        </p:pic>
        <p:pic>
          <p:nvPicPr>
            <p:cNvPr id="96" name="Google Shape;96;p1"/>
            <p:cNvPicPr preferRelativeResize="0"/>
            <p:nvPr/>
          </p:nvPicPr>
          <p:blipFill rotWithShape="1">
            <a:blip r:embed="rId5">
              <a:alphaModFix/>
            </a:blip>
            <a:srcRect b="0" l="0" r="0" t="0"/>
            <a:stretch/>
          </p:blipFill>
          <p:spPr>
            <a:xfrm>
              <a:off x="2597983" y="2783934"/>
              <a:ext cx="2405743" cy="1503589"/>
            </a:xfrm>
            <a:prstGeom prst="rect">
              <a:avLst/>
            </a:prstGeom>
            <a:noFill/>
            <a:ln>
              <a:noFill/>
            </a:ln>
          </p:spPr>
        </p:pic>
      </p:grpSp>
      <p:sp>
        <p:nvSpPr>
          <p:cNvPr id="97" name="Google Shape;97;p1"/>
          <p:cNvSpPr txBox="1"/>
          <p:nvPr/>
        </p:nvSpPr>
        <p:spPr>
          <a:xfrm>
            <a:off x="997525" y="19972500"/>
            <a:ext cx="6744300" cy="8404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3600"/>
              <a:buFont typeface="Arial"/>
              <a:buNone/>
            </a:pPr>
            <a:r>
              <a:rPr lang="en-US" sz="3600">
                <a:solidFill>
                  <a:schemeClr val="dk1"/>
                </a:solidFill>
                <a:latin typeface="Times New Roman"/>
                <a:ea typeface="Times New Roman"/>
                <a:cs typeface="Times New Roman"/>
                <a:sym typeface="Times New Roman"/>
              </a:rPr>
              <a:t>MentAssist’s key features include:</a:t>
            </a:r>
            <a:endParaRPr sz="3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Centralized dashboard</a:t>
            </a:r>
            <a:endParaRPr sz="3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Client list with actions</a:t>
            </a:r>
            <a:endParaRPr sz="3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Client detail view and edit</a:t>
            </a:r>
            <a:endParaRPr sz="3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Session notes</a:t>
            </a:r>
            <a:endParaRPr sz="3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Treatment plan creator</a:t>
            </a:r>
            <a:endParaRPr sz="3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Resource library</a:t>
            </a:r>
            <a:endParaRPr sz="3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3600"/>
              <a:buFont typeface="Arial"/>
              <a:buNone/>
            </a:pPr>
            <a:r>
              <a:rPr lang="en-US" sz="3600">
                <a:solidFill>
                  <a:schemeClr val="dk1"/>
                </a:solidFill>
                <a:latin typeface="Times New Roman"/>
                <a:ea typeface="Times New Roman"/>
                <a:cs typeface="Times New Roman"/>
                <a:sym typeface="Times New Roman"/>
              </a:rPr>
              <a:t>These features work to create a seamless workflow for practitioners, allowing them to manage client profiles, upload resources, and curate treatment plans on one connected platform.</a:t>
            </a:r>
            <a:endParaRPr sz="3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3600">
              <a:solidFill>
                <a:schemeClr val="dk1"/>
              </a:solidFill>
              <a:latin typeface="Times New Roman"/>
              <a:ea typeface="Times New Roman"/>
              <a:cs typeface="Times New Roman"/>
              <a:sym typeface="Times New Roman"/>
            </a:endParaRPr>
          </a:p>
        </p:txBody>
      </p:sp>
      <p:sp>
        <p:nvSpPr>
          <p:cNvPr id="98" name="Google Shape;98;p1"/>
          <p:cNvSpPr txBox="1"/>
          <p:nvPr/>
        </p:nvSpPr>
        <p:spPr>
          <a:xfrm>
            <a:off x="1039091" y="18431813"/>
            <a:ext cx="9626100" cy="898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236">
                <a:solidFill>
                  <a:srgbClr val="0F2E50"/>
                </a:solidFill>
              </a:rPr>
              <a:t>Features</a:t>
            </a:r>
            <a:endParaRPr sz="7917">
              <a:solidFill>
                <a:srgbClr val="0F2E50"/>
              </a:solidFill>
              <a:latin typeface="Gill Sans"/>
              <a:ea typeface="Gill Sans"/>
              <a:cs typeface="Gill Sans"/>
              <a:sym typeface="Gill Sans"/>
            </a:endParaRPr>
          </a:p>
        </p:txBody>
      </p:sp>
      <p:grpSp>
        <p:nvGrpSpPr>
          <p:cNvPr id="99" name="Google Shape;99;p1"/>
          <p:cNvGrpSpPr/>
          <p:nvPr/>
        </p:nvGrpSpPr>
        <p:grpSpPr>
          <a:xfrm>
            <a:off x="29418975" y="18408153"/>
            <a:ext cx="7335733" cy="13390539"/>
            <a:chOff x="29418975" y="18409275"/>
            <a:chExt cx="7335733" cy="13390539"/>
          </a:xfrm>
        </p:grpSpPr>
        <p:sp>
          <p:nvSpPr>
            <p:cNvPr id="100" name="Google Shape;100;p1"/>
            <p:cNvSpPr txBox="1"/>
            <p:nvPr/>
          </p:nvSpPr>
          <p:spPr>
            <a:xfrm>
              <a:off x="29461108" y="19516614"/>
              <a:ext cx="7293600" cy="1228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MentAssist successfully demonstrates a practitioner-focused EHR platform that consolidates client management, structured treatment planning, and therapeutic resource organization into a single connected workflow. The system prioritizes the counselor experience while maintaining patient information </a:t>
              </a:r>
              <a:r>
                <a:rPr lang="en-US" sz="3600">
                  <a:solidFill>
                    <a:schemeClr val="dk1"/>
                  </a:solidFill>
                  <a:latin typeface="Times New Roman"/>
                  <a:ea typeface="Times New Roman"/>
                  <a:cs typeface="Times New Roman"/>
                  <a:sym typeface="Times New Roman"/>
                </a:rPr>
                <a:t>confidentiality</a:t>
              </a:r>
              <a:r>
                <a:rPr lang="en-US" sz="3600">
                  <a:solidFill>
                    <a:schemeClr val="dk1"/>
                  </a:solidFill>
                  <a:latin typeface="Times New Roman"/>
                  <a:ea typeface="Times New Roman"/>
                  <a:cs typeface="Times New Roman"/>
                  <a:sym typeface="Times New Roman"/>
                </a:rPr>
                <a:t> and  a robust and extensible backend architecture. Data persistence across sessions ensures continuity of care documentation even when backend services are temporarily unavailable. </a:t>
              </a:r>
              <a:endParaRPr sz="3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3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MentAssist’s fundamental design ensures that additional features for scheduling, building, client-counselor communication, and more can be integrated with ease, ensuring the platform can grow along with commercial competitors.</a:t>
              </a:r>
              <a:endParaRPr sz="3600">
                <a:solidFill>
                  <a:schemeClr val="dk1"/>
                </a:solidFill>
                <a:latin typeface="Times New Roman"/>
                <a:ea typeface="Times New Roman"/>
                <a:cs typeface="Times New Roman"/>
                <a:sym typeface="Times New Roman"/>
              </a:endParaRPr>
            </a:p>
          </p:txBody>
        </p:sp>
        <p:sp>
          <p:nvSpPr>
            <p:cNvPr id="101" name="Google Shape;101;p1"/>
            <p:cNvSpPr txBox="1"/>
            <p:nvPr/>
          </p:nvSpPr>
          <p:spPr>
            <a:xfrm>
              <a:off x="29418975" y="18409275"/>
              <a:ext cx="7293600" cy="898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236">
                  <a:solidFill>
                    <a:srgbClr val="0F2E50"/>
                  </a:solidFill>
                  <a:latin typeface="Arial"/>
                  <a:ea typeface="Arial"/>
                  <a:cs typeface="Arial"/>
                  <a:sym typeface="Arial"/>
                </a:rPr>
                <a:t>Conclusions</a:t>
              </a:r>
              <a:endParaRPr sz="7917">
                <a:solidFill>
                  <a:srgbClr val="0F2E50"/>
                </a:solidFill>
                <a:latin typeface="Gill Sans"/>
                <a:ea typeface="Gill Sans"/>
                <a:cs typeface="Gill Sans"/>
                <a:sym typeface="Gill Sans"/>
              </a:endParaRPr>
            </a:p>
          </p:txBody>
        </p:sp>
      </p:grpSp>
      <p:sp>
        <p:nvSpPr>
          <p:cNvPr id="102" name="Google Shape;102;p1"/>
          <p:cNvSpPr txBox="1"/>
          <p:nvPr/>
        </p:nvSpPr>
        <p:spPr>
          <a:xfrm>
            <a:off x="37489452" y="19515482"/>
            <a:ext cx="5521800" cy="4131900"/>
          </a:xfrm>
          <a:prstGeom prst="rect">
            <a:avLst/>
          </a:prstGeom>
          <a:noFill/>
          <a:ln>
            <a:noFill/>
          </a:ln>
        </p:spPr>
        <p:txBody>
          <a:bodyPr anchorCtr="0" anchor="t" bIns="45700" lIns="91425" spcFirstLastPara="1" rIns="91425" wrap="square" tIns="45700">
            <a:spAutoFit/>
          </a:bodyPr>
          <a:lstStyle/>
          <a:p>
            <a:pPr indent="-387918" lvl="0" marL="387918" marR="0" rtl="0" algn="l">
              <a:spcBef>
                <a:spcPts val="1000"/>
              </a:spcBef>
              <a:spcAft>
                <a:spcPts val="0"/>
              </a:spcAft>
              <a:buClr>
                <a:schemeClr val="dk1"/>
              </a:buClr>
              <a:buSzPts val="2618"/>
              <a:buFont typeface="Gill Sans"/>
              <a:buAutoNum type="arabicPeriod"/>
            </a:pPr>
            <a:r>
              <a:rPr lang="en-US" sz="2618">
                <a:solidFill>
                  <a:schemeClr val="dk1"/>
                </a:solidFill>
                <a:latin typeface="Times New Roman"/>
                <a:ea typeface="Times New Roman"/>
                <a:cs typeface="Times New Roman"/>
                <a:sym typeface="Times New Roman"/>
              </a:rPr>
              <a:t>NodeJS</a:t>
            </a:r>
            <a:br>
              <a:rPr lang="en-US" sz="2618">
                <a:solidFill>
                  <a:schemeClr val="dk1"/>
                </a:solidFill>
                <a:latin typeface="Times New Roman"/>
                <a:ea typeface="Times New Roman"/>
                <a:cs typeface="Times New Roman"/>
                <a:sym typeface="Times New Roman"/>
              </a:rPr>
            </a:br>
            <a:r>
              <a:rPr i="1" lang="en-US" sz="1964">
                <a:solidFill>
                  <a:srgbClr val="00386B"/>
                </a:solidFill>
                <a:latin typeface="Times New Roman"/>
                <a:ea typeface="Times New Roman"/>
                <a:cs typeface="Times New Roman"/>
                <a:sym typeface="Times New Roman"/>
              </a:rPr>
              <a:t>https://nodejs.org/en</a:t>
            </a:r>
            <a:endParaRPr sz="2618">
              <a:solidFill>
                <a:schemeClr val="dk1"/>
              </a:solidFill>
              <a:latin typeface="Times New Roman"/>
              <a:ea typeface="Times New Roman"/>
              <a:cs typeface="Times New Roman"/>
              <a:sym typeface="Times New Roman"/>
            </a:endParaRPr>
          </a:p>
          <a:p>
            <a:pPr indent="-387918" lvl="0" marL="387918" marR="0" rtl="0" algn="l">
              <a:spcBef>
                <a:spcPts val="1000"/>
              </a:spcBef>
              <a:spcAft>
                <a:spcPts val="0"/>
              </a:spcAft>
              <a:buClr>
                <a:schemeClr val="dk1"/>
              </a:buClr>
              <a:buSzPts val="2618"/>
              <a:buFont typeface="Gill Sans"/>
              <a:buAutoNum type="arabicPeriod"/>
            </a:pPr>
            <a:r>
              <a:rPr lang="en-US" sz="2618">
                <a:solidFill>
                  <a:schemeClr val="dk1"/>
                </a:solidFill>
                <a:latin typeface="Times New Roman"/>
                <a:ea typeface="Times New Roman"/>
                <a:cs typeface="Times New Roman"/>
                <a:sym typeface="Times New Roman"/>
              </a:rPr>
              <a:t>Vite Documentation</a:t>
            </a:r>
            <a:br>
              <a:rPr lang="en-US" sz="2618">
                <a:solidFill>
                  <a:schemeClr val="dk1"/>
                </a:solidFill>
                <a:latin typeface="Times New Roman"/>
                <a:ea typeface="Times New Roman"/>
                <a:cs typeface="Times New Roman"/>
                <a:sym typeface="Times New Roman"/>
              </a:rPr>
            </a:br>
            <a:r>
              <a:rPr i="1" lang="en-US" sz="1964">
                <a:solidFill>
                  <a:srgbClr val="00386B"/>
                </a:solidFill>
                <a:latin typeface="Times New Roman"/>
                <a:ea typeface="Times New Roman"/>
                <a:cs typeface="Times New Roman"/>
                <a:sym typeface="Times New Roman"/>
              </a:rPr>
              <a:t>https://vite.dev/</a:t>
            </a:r>
            <a:endParaRPr/>
          </a:p>
          <a:p>
            <a:pPr indent="-387918" lvl="0" marL="387918" marR="0" rtl="0" algn="l">
              <a:lnSpc>
                <a:spcPct val="100000"/>
              </a:lnSpc>
              <a:spcBef>
                <a:spcPts val="1000"/>
              </a:spcBef>
              <a:spcAft>
                <a:spcPts val="0"/>
              </a:spcAft>
              <a:buClr>
                <a:schemeClr val="dk1"/>
              </a:buClr>
              <a:buSzPts val="2618"/>
              <a:buFont typeface="Gill Sans"/>
              <a:buAutoNum type="arabicPeriod"/>
            </a:pPr>
            <a:r>
              <a:rPr lang="en-US" sz="2618">
                <a:solidFill>
                  <a:schemeClr val="dk1"/>
                </a:solidFill>
                <a:latin typeface="Times New Roman"/>
                <a:ea typeface="Times New Roman"/>
                <a:cs typeface="Times New Roman"/>
                <a:sym typeface="Times New Roman"/>
              </a:rPr>
              <a:t>FastAPI Documentation</a:t>
            </a:r>
            <a:br>
              <a:rPr lang="en-US" sz="2618">
                <a:solidFill>
                  <a:schemeClr val="dk1"/>
                </a:solidFill>
                <a:latin typeface="Times New Roman"/>
                <a:ea typeface="Times New Roman"/>
                <a:cs typeface="Times New Roman"/>
                <a:sym typeface="Times New Roman"/>
              </a:rPr>
            </a:br>
            <a:r>
              <a:rPr i="1" lang="en-US" sz="1964">
                <a:solidFill>
                  <a:srgbClr val="00386B"/>
                </a:solidFill>
                <a:latin typeface="Times New Roman"/>
                <a:ea typeface="Times New Roman"/>
                <a:cs typeface="Times New Roman"/>
                <a:sym typeface="Times New Roman"/>
              </a:rPr>
              <a:t>https://fastapi.tiangolo.com/</a:t>
            </a:r>
            <a:endParaRPr i="1" sz="1964">
              <a:solidFill>
                <a:srgbClr val="00386B"/>
              </a:solidFill>
              <a:latin typeface="Times New Roman"/>
              <a:ea typeface="Times New Roman"/>
              <a:cs typeface="Times New Roman"/>
              <a:sym typeface="Times New Roman"/>
            </a:endParaRPr>
          </a:p>
          <a:p>
            <a:pPr indent="-387918" lvl="0" marL="387918" marR="0" rtl="0" algn="l">
              <a:spcBef>
                <a:spcPts val="1000"/>
              </a:spcBef>
              <a:spcAft>
                <a:spcPts val="0"/>
              </a:spcAft>
              <a:buClr>
                <a:schemeClr val="dk1"/>
              </a:buClr>
              <a:buSzPts val="2618"/>
              <a:buFont typeface="Gill Sans"/>
              <a:buAutoNum type="arabicPeriod"/>
            </a:pPr>
            <a:r>
              <a:rPr lang="en-US" sz="2618">
                <a:solidFill>
                  <a:schemeClr val="dk1"/>
                </a:solidFill>
                <a:latin typeface="Times New Roman"/>
                <a:ea typeface="Times New Roman"/>
                <a:cs typeface="Times New Roman"/>
                <a:sym typeface="Times New Roman"/>
              </a:rPr>
              <a:t>PostgreSQL Documentation</a:t>
            </a:r>
            <a:br>
              <a:rPr lang="en-US" sz="2618">
                <a:solidFill>
                  <a:schemeClr val="dk1"/>
                </a:solidFill>
                <a:latin typeface="Times New Roman"/>
                <a:ea typeface="Times New Roman"/>
                <a:cs typeface="Times New Roman"/>
                <a:sym typeface="Times New Roman"/>
              </a:rPr>
            </a:br>
            <a:r>
              <a:rPr i="1" lang="en-US" sz="1964">
                <a:solidFill>
                  <a:srgbClr val="00386B"/>
                </a:solidFill>
                <a:latin typeface="Times New Roman"/>
                <a:ea typeface="Times New Roman"/>
                <a:cs typeface="Times New Roman"/>
                <a:sym typeface="Times New Roman"/>
              </a:rPr>
              <a:t>https://www.postgresql.org/</a:t>
            </a:r>
            <a:endParaRPr i="1" sz="1964">
              <a:solidFill>
                <a:srgbClr val="00386B"/>
              </a:solidFill>
              <a:latin typeface="Times New Roman"/>
              <a:ea typeface="Times New Roman"/>
              <a:cs typeface="Times New Roman"/>
              <a:sym typeface="Times New Roman"/>
            </a:endParaRPr>
          </a:p>
          <a:p>
            <a:pPr indent="-387918" lvl="0" marL="387918" marR="0" rtl="0" algn="l">
              <a:spcBef>
                <a:spcPts val="1000"/>
              </a:spcBef>
              <a:spcAft>
                <a:spcPts val="0"/>
              </a:spcAft>
              <a:buClr>
                <a:schemeClr val="dk1"/>
              </a:buClr>
              <a:buSzPts val="2618"/>
              <a:buFont typeface="Gill Sans"/>
              <a:buAutoNum type="arabicPeriod"/>
            </a:pPr>
            <a:r>
              <a:rPr lang="en-US" sz="2618">
                <a:solidFill>
                  <a:schemeClr val="dk1"/>
                </a:solidFill>
                <a:latin typeface="Times New Roman"/>
                <a:ea typeface="Times New Roman"/>
                <a:cs typeface="Times New Roman"/>
                <a:sym typeface="Times New Roman"/>
              </a:rPr>
              <a:t>Nginx </a:t>
            </a:r>
            <a:r>
              <a:rPr lang="en-US" sz="2618">
                <a:solidFill>
                  <a:schemeClr val="dk1"/>
                </a:solidFill>
                <a:latin typeface="Times New Roman"/>
                <a:ea typeface="Times New Roman"/>
                <a:cs typeface="Times New Roman"/>
                <a:sym typeface="Times New Roman"/>
              </a:rPr>
              <a:t>Documentation</a:t>
            </a:r>
            <a:br>
              <a:rPr lang="en-US" sz="2618">
                <a:solidFill>
                  <a:schemeClr val="dk1"/>
                </a:solidFill>
                <a:latin typeface="Times New Roman"/>
                <a:ea typeface="Times New Roman"/>
                <a:cs typeface="Times New Roman"/>
                <a:sym typeface="Times New Roman"/>
              </a:rPr>
            </a:br>
            <a:r>
              <a:rPr i="1" lang="en-US" sz="1964">
                <a:solidFill>
                  <a:srgbClr val="00386B"/>
                </a:solidFill>
                <a:latin typeface="Times New Roman"/>
                <a:ea typeface="Times New Roman"/>
                <a:cs typeface="Times New Roman"/>
                <a:sym typeface="Times New Roman"/>
              </a:rPr>
              <a:t>https://docs.nginx.com/</a:t>
            </a:r>
            <a:endParaRPr i="1" sz="1964">
              <a:solidFill>
                <a:srgbClr val="00386B"/>
              </a:solidFill>
              <a:latin typeface="Times New Roman"/>
              <a:ea typeface="Times New Roman"/>
              <a:cs typeface="Times New Roman"/>
              <a:sym typeface="Times New Roman"/>
            </a:endParaRPr>
          </a:p>
        </p:txBody>
      </p:sp>
      <p:sp>
        <p:nvSpPr>
          <p:cNvPr id="103" name="Google Shape;103;p1"/>
          <p:cNvSpPr txBox="1"/>
          <p:nvPr/>
        </p:nvSpPr>
        <p:spPr>
          <a:xfrm>
            <a:off x="37451978" y="18408153"/>
            <a:ext cx="5559600" cy="898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236">
                <a:solidFill>
                  <a:srgbClr val="0F2E50"/>
                </a:solidFill>
              </a:rPr>
              <a:t>Resources</a:t>
            </a:r>
            <a:endParaRPr/>
          </a:p>
        </p:txBody>
      </p:sp>
      <p:cxnSp>
        <p:nvCxnSpPr>
          <p:cNvPr id="104" name="Google Shape;104;p1"/>
          <p:cNvCxnSpPr/>
          <p:nvPr/>
        </p:nvCxnSpPr>
        <p:spPr>
          <a:xfrm flipH="1" rot="10800000">
            <a:off x="997528" y="31927792"/>
            <a:ext cx="27508800" cy="29100"/>
          </a:xfrm>
          <a:prstGeom prst="straightConnector1">
            <a:avLst/>
          </a:prstGeom>
          <a:noFill/>
          <a:ln cap="flat" cmpd="sng" w="76200">
            <a:solidFill>
              <a:srgbClr val="E4B445"/>
            </a:solidFill>
            <a:prstDash val="solid"/>
            <a:round/>
            <a:headEnd len="sm" w="sm" type="none"/>
            <a:tailEnd len="sm" w="sm" type="none"/>
          </a:ln>
        </p:spPr>
      </p:cxnSp>
      <p:cxnSp>
        <p:nvCxnSpPr>
          <p:cNvPr id="105" name="Google Shape;105;p1"/>
          <p:cNvCxnSpPr/>
          <p:nvPr/>
        </p:nvCxnSpPr>
        <p:spPr>
          <a:xfrm>
            <a:off x="29458925" y="31927800"/>
            <a:ext cx="7181700" cy="29100"/>
          </a:xfrm>
          <a:prstGeom prst="straightConnector1">
            <a:avLst/>
          </a:prstGeom>
          <a:noFill/>
          <a:ln cap="flat" cmpd="sng" w="76200">
            <a:solidFill>
              <a:srgbClr val="E4B445"/>
            </a:solidFill>
            <a:prstDash val="solid"/>
            <a:round/>
            <a:headEnd len="sm" w="sm" type="none"/>
            <a:tailEnd len="sm" w="sm" type="none"/>
          </a:ln>
        </p:spPr>
      </p:cxnSp>
      <p:sp>
        <p:nvSpPr>
          <p:cNvPr id="106" name="Google Shape;106;p1"/>
          <p:cNvSpPr txBox="1"/>
          <p:nvPr/>
        </p:nvSpPr>
        <p:spPr>
          <a:xfrm>
            <a:off x="37489441" y="26759910"/>
            <a:ext cx="5521800" cy="251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18">
                <a:solidFill>
                  <a:schemeClr val="dk1"/>
                </a:solidFill>
                <a:latin typeface="Times New Roman"/>
                <a:ea typeface="Times New Roman"/>
                <a:cs typeface="Times New Roman"/>
                <a:sym typeface="Times New Roman"/>
              </a:rPr>
              <a:t>We would like to thank our mentor, Professor</a:t>
            </a:r>
            <a:r>
              <a:rPr lang="en-US" sz="2618">
                <a:solidFill>
                  <a:schemeClr val="dk1"/>
                </a:solidFill>
                <a:latin typeface="Times New Roman"/>
                <a:ea typeface="Times New Roman"/>
                <a:cs typeface="Times New Roman"/>
                <a:sym typeface="Times New Roman"/>
              </a:rPr>
              <a:t> Mengjun Xie</a:t>
            </a:r>
            <a:r>
              <a:rPr lang="en-US" sz="2618">
                <a:solidFill>
                  <a:schemeClr val="dk1"/>
                </a:solidFill>
                <a:latin typeface="Times New Roman"/>
                <a:ea typeface="Times New Roman"/>
                <a:cs typeface="Times New Roman"/>
                <a:sym typeface="Times New Roman"/>
              </a:rPr>
              <a:t>, for his guidance in this project, as well as our sponsor, Sydney Rader, for her invaluable insight and advice regarding clinical mental health services.</a:t>
            </a:r>
            <a:endParaRPr/>
          </a:p>
        </p:txBody>
      </p:sp>
      <p:sp>
        <p:nvSpPr>
          <p:cNvPr id="107" name="Google Shape;107;p1"/>
          <p:cNvSpPr txBox="1"/>
          <p:nvPr/>
        </p:nvSpPr>
        <p:spPr>
          <a:xfrm>
            <a:off x="37451975" y="25342738"/>
            <a:ext cx="5995800" cy="79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582">
                <a:solidFill>
                  <a:srgbClr val="0F2E50"/>
                </a:solidFill>
                <a:latin typeface="Arial"/>
                <a:ea typeface="Arial"/>
                <a:cs typeface="Arial"/>
                <a:sym typeface="Arial"/>
              </a:rPr>
              <a:t>Acknowledgements</a:t>
            </a:r>
            <a:endParaRPr/>
          </a:p>
        </p:txBody>
      </p:sp>
      <p:cxnSp>
        <p:nvCxnSpPr>
          <p:cNvPr id="108" name="Google Shape;108;p1"/>
          <p:cNvCxnSpPr/>
          <p:nvPr/>
        </p:nvCxnSpPr>
        <p:spPr>
          <a:xfrm>
            <a:off x="37489449" y="31956900"/>
            <a:ext cx="5521800" cy="0"/>
          </a:xfrm>
          <a:prstGeom prst="straightConnector1">
            <a:avLst/>
          </a:prstGeom>
          <a:noFill/>
          <a:ln cap="flat" cmpd="sng" w="76200">
            <a:solidFill>
              <a:srgbClr val="E4B445"/>
            </a:solidFill>
            <a:prstDash val="solid"/>
            <a:round/>
            <a:headEnd len="sm" w="sm" type="none"/>
            <a:tailEnd len="sm" w="sm" type="none"/>
          </a:ln>
        </p:spPr>
      </p:cxnSp>
      <p:cxnSp>
        <p:nvCxnSpPr>
          <p:cNvPr id="109" name="Google Shape;109;p1"/>
          <p:cNvCxnSpPr/>
          <p:nvPr/>
        </p:nvCxnSpPr>
        <p:spPr>
          <a:xfrm>
            <a:off x="37489452" y="24826695"/>
            <a:ext cx="5521800" cy="0"/>
          </a:xfrm>
          <a:prstGeom prst="straightConnector1">
            <a:avLst/>
          </a:prstGeom>
          <a:noFill/>
          <a:ln cap="flat" cmpd="sng" w="76200">
            <a:solidFill>
              <a:srgbClr val="E4B445"/>
            </a:solidFill>
            <a:prstDash val="solid"/>
            <a:round/>
            <a:headEnd len="sm" w="sm" type="none"/>
            <a:tailEnd len="sm" w="sm" type="none"/>
          </a:ln>
        </p:spPr>
      </p:cxnSp>
      <p:cxnSp>
        <p:nvCxnSpPr>
          <p:cNvPr id="110" name="Google Shape;110;p1"/>
          <p:cNvCxnSpPr/>
          <p:nvPr/>
        </p:nvCxnSpPr>
        <p:spPr>
          <a:xfrm>
            <a:off x="997529" y="8010893"/>
            <a:ext cx="41896200" cy="0"/>
          </a:xfrm>
          <a:prstGeom prst="straightConnector1">
            <a:avLst/>
          </a:prstGeom>
          <a:noFill/>
          <a:ln cap="flat" cmpd="sng" w="76200">
            <a:solidFill>
              <a:srgbClr val="E4B445"/>
            </a:solidFill>
            <a:prstDash val="solid"/>
            <a:round/>
            <a:headEnd len="sm" w="sm" type="none"/>
            <a:tailEnd len="sm" w="sm" type="none"/>
          </a:ln>
        </p:spPr>
      </p:cxnSp>
      <p:sp>
        <p:nvSpPr>
          <p:cNvPr id="111" name="Google Shape;111;p1"/>
          <p:cNvSpPr txBox="1"/>
          <p:nvPr/>
        </p:nvSpPr>
        <p:spPr>
          <a:xfrm>
            <a:off x="997529" y="5787875"/>
            <a:ext cx="41896200" cy="1502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236">
                <a:solidFill>
                  <a:srgbClr val="0F2E50"/>
                </a:solidFill>
                <a:latin typeface="Arial"/>
                <a:ea typeface="Arial"/>
                <a:cs typeface="Arial"/>
                <a:sym typeface="Arial"/>
              </a:rPr>
              <a:t>Research Question</a:t>
            </a:r>
            <a:endParaRPr/>
          </a:p>
          <a:p>
            <a:pPr indent="0" lvl="0" marL="0" marR="0" rtl="0" algn="ctr">
              <a:spcBef>
                <a:spcPts val="0"/>
              </a:spcBef>
              <a:spcAft>
                <a:spcPts val="0"/>
              </a:spcAft>
              <a:buNone/>
            </a:pPr>
            <a:r>
              <a:rPr lang="en-US" sz="3927">
                <a:solidFill>
                  <a:schemeClr val="dk1"/>
                </a:solidFill>
                <a:latin typeface="Times New Roman"/>
                <a:ea typeface="Times New Roman"/>
                <a:cs typeface="Times New Roman"/>
                <a:sym typeface="Times New Roman"/>
              </a:rPr>
              <a:t>How can we build a modern, counselor-first platform that streamlines EHR management for mental health practitioners?</a:t>
            </a:r>
            <a:endParaRPr/>
          </a:p>
        </p:txBody>
      </p:sp>
      <p:sp>
        <p:nvSpPr>
          <p:cNvPr id="112" name="Google Shape;112;p1"/>
          <p:cNvSpPr txBox="1"/>
          <p:nvPr/>
        </p:nvSpPr>
        <p:spPr>
          <a:xfrm>
            <a:off x="997525" y="9728475"/>
            <a:ext cx="11096100" cy="674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The healthcare industry is constantly</a:t>
            </a:r>
            <a:r>
              <a:rPr lang="en-US" sz="3600">
                <a:solidFill>
                  <a:schemeClr val="dk1"/>
                </a:solidFill>
                <a:latin typeface="Times New Roman"/>
                <a:ea typeface="Times New Roman"/>
                <a:cs typeface="Times New Roman"/>
                <a:sym typeface="Times New Roman"/>
              </a:rPr>
              <a:t> searching for innovative ways to improve patient outcomes, including through streamlining administrative workflows by adopting electronic health record (EHR) systems.</a:t>
            </a:r>
            <a:endParaRPr sz="3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3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MentAssist is a practitioner-focused online EHR system, designed specifically to enhance the experience of mental health workers in clinical environments. MentAssist stands out against competitors by prioritizing the practitioner. In addition to easily customizable treatment plans and client detail management, MentAssist also allows clinicians to create a library of resources for their clients. </a:t>
            </a:r>
            <a:endParaRPr sz="3600">
              <a:solidFill>
                <a:schemeClr val="dk1"/>
              </a:solidFill>
              <a:latin typeface="Times New Roman"/>
              <a:ea typeface="Times New Roman"/>
              <a:cs typeface="Times New Roman"/>
              <a:sym typeface="Times New Roman"/>
            </a:endParaRPr>
          </a:p>
        </p:txBody>
      </p:sp>
      <p:sp>
        <p:nvSpPr>
          <p:cNvPr id="113" name="Google Shape;113;p1"/>
          <p:cNvSpPr txBox="1"/>
          <p:nvPr/>
        </p:nvSpPr>
        <p:spPr>
          <a:xfrm>
            <a:off x="997527" y="8551027"/>
            <a:ext cx="9626100" cy="898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236">
                <a:solidFill>
                  <a:srgbClr val="0F2E50"/>
                </a:solidFill>
              </a:rPr>
              <a:t>Introduction</a:t>
            </a:r>
            <a:endParaRPr sz="7917">
              <a:solidFill>
                <a:srgbClr val="0F2E50"/>
              </a:solidFill>
              <a:latin typeface="Gill Sans"/>
              <a:ea typeface="Gill Sans"/>
              <a:cs typeface="Gill Sans"/>
              <a:sym typeface="Gill Sans"/>
            </a:endParaRPr>
          </a:p>
        </p:txBody>
      </p:sp>
      <p:sp>
        <p:nvSpPr>
          <p:cNvPr id="114" name="Google Shape;114;p1"/>
          <p:cNvSpPr txBox="1"/>
          <p:nvPr/>
        </p:nvSpPr>
        <p:spPr>
          <a:xfrm>
            <a:off x="22485925" y="9728475"/>
            <a:ext cx="9626100" cy="674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To create a modern, user-friendly experience, MentAssist’s online frontend is built using HTML and CSS, with dynamic user interfaces supported by JavaScript. Frontend is served through a nginx server hosted on a Docker container, which in turn is supported by the backend technologies. Integration with the backend is enabled by FastAPI and Python,</a:t>
            </a:r>
            <a:r>
              <a:rPr lang="en-US" sz="3600">
                <a:solidFill>
                  <a:schemeClr val="dk1"/>
                </a:solidFill>
                <a:latin typeface="Times New Roman"/>
                <a:ea typeface="Times New Roman"/>
                <a:cs typeface="Times New Roman"/>
                <a:sym typeface="Times New Roman"/>
              </a:rPr>
              <a:t> and databases are managed with PostgreSQL. </a:t>
            </a:r>
            <a:r>
              <a:rPr lang="en-US" sz="3600">
                <a:solidFill>
                  <a:schemeClr val="dk1"/>
                </a:solidFill>
                <a:latin typeface="Times New Roman"/>
                <a:ea typeface="Times New Roman"/>
                <a:cs typeface="Times New Roman"/>
                <a:sym typeface="Times New Roman"/>
                <a:extLst>
                  <a:ext uri="http://customooxmlschemas.google.com/">
                    <go:slidesCustomData xmlns:go="http://customooxmlschemas.google.com/" textRoundtripDataId="0"/>
                  </a:ext>
                </a:extLst>
              </a:rPr>
              <a:t>Because of the sensitive nature of the information stored and served, JWT and Bcrypt were incorporated to ensure authentication and confidentiality</a:t>
            </a:r>
            <a:r>
              <a:rPr lang="en-US" sz="3600">
                <a:solidFill>
                  <a:schemeClr val="dk1"/>
                </a:solidFill>
                <a:latin typeface="Times New Roman"/>
                <a:ea typeface="Times New Roman"/>
                <a:cs typeface="Times New Roman"/>
                <a:sym typeface="Times New Roman"/>
              </a:rPr>
              <a:t> with seamless integration.</a:t>
            </a:r>
            <a:endParaRPr sz="3600"/>
          </a:p>
        </p:txBody>
      </p:sp>
      <p:sp>
        <p:nvSpPr>
          <p:cNvPr id="115" name="Google Shape;115;p1"/>
          <p:cNvSpPr txBox="1"/>
          <p:nvPr/>
        </p:nvSpPr>
        <p:spPr>
          <a:xfrm>
            <a:off x="22444365" y="8551027"/>
            <a:ext cx="9626100" cy="898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236">
                <a:solidFill>
                  <a:srgbClr val="0F2E50"/>
                </a:solidFill>
                <a:latin typeface="Arial"/>
                <a:ea typeface="Arial"/>
                <a:cs typeface="Arial"/>
                <a:sym typeface="Arial"/>
              </a:rPr>
              <a:t>Methods &amp; Architecture</a:t>
            </a:r>
            <a:endParaRPr sz="7917">
              <a:solidFill>
                <a:srgbClr val="0F2E50"/>
              </a:solidFill>
              <a:latin typeface="Gill Sans"/>
              <a:ea typeface="Gill Sans"/>
              <a:cs typeface="Gill Sans"/>
              <a:sym typeface="Gill Sans"/>
            </a:endParaRPr>
          </a:p>
        </p:txBody>
      </p:sp>
      <p:cxnSp>
        <p:nvCxnSpPr>
          <p:cNvPr id="116" name="Google Shape;116;p1"/>
          <p:cNvCxnSpPr/>
          <p:nvPr/>
        </p:nvCxnSpPr>
        <p:spPr>
          <a:xfrm>
            <a:off x="997528" y="17639600"/>
            <a:ext cx="20449200" cy="0"/>
          </a:xfrm>
          <a:prstGeom prst="straightConnector1">
            <a:avLst/>
          </a:prstGeom>
          <a:noFill/>
          <a:ln cap="flat" cmpd="sng" w="76200">
            <a:solidFill>
              <a:srgbClr val="E4B445"/>
            </a:solidFill>
            <a:prstDash val="solid"/>
            <a:round/>
            <a:headEnd len="sm" w="sm" type="none"/>
            <a:tailEnd len="sm" w="sm" type="none"/>
          </a:ln>
        </p:spPr>
      </p:cxnSp>
      <p:cxnSp>
        <p:nvCxnSpPr>
          <p:cNvPr id="117" name="Google Shape;117;p1"/>
          <p:cNvCxnSpPr/>
          <p:nvPr/>
        </p:nvCxnSpPr>
        <p:spPr>
          <a:xfrm>
            <a:off x="22494251" y="17639600"/>
            <a:ext cx="20449200" cy="0"/>
          </a:xfrm>
          <a:prstGeom prst="straightConnector1">
            <a:avLst/>
          </a:prstGeom>
          <a:noFill/>
          <a:ln cap="flat" cmpd="sng" w="76200">
            <a:solidFill>
              <a:srgbClr val="E4B445"/>
            </a:solidFill>
            <a:prstDash val="solid"/>
            <a:round/>
            <a:headEnd len="sm" w="sm" type="none"/>
            <a:tailEnd len="sm" w="sm" type="none"/>
          </a:ln>
        </p:spPr>
      </p:cxnSp>
      <p:sp>
        <p:nvSpPr>
          <p:cNvPr id="118" name="Google Shape;118;p1"/>
          <p:cNvSpPr txBox="1"/>
          <p:nvPr/>
        </p:nvSpPr>
        <p:spPr>
          <a:xfrm>
            <a:off x="12467525" y="15421275"/>
            <a:ext cx="8229600" cy="394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964">
                <a:solidFill>
                  <a:srgbClr val="00386B"/>
                </a:solidFill>
                <a:latin typeface="Times New Roman"/>
                <a:ea typeface="Times New Roman"/>
                <a:cs typeface="Times New Roman"/>
                <a:sym typeface="Times New Roman"/>
              </a:rPr>
              <a:t>MentAssist Logo</a:t>
            </a:r>
            <a:endParaRPr/>
          </a:p>
        </p:txBody>
      </p:sp>
      <p:grpSp>
        <p:nvGrpSpPr>
          <p:cNvPr id="119" name="Google Shape;119;p1"/>
          <p:cNvGrpSpPr/>
          <p:nvPr/>
        </p:nvGrpSpPr>
        <p:grpSpPr>
          <a:xfrm>
            <a:off x="8676620" y="17913793"/>
            <a:ext cx="8653708" cy="6638683"/>
            <a:chOff x="8010617" y="19947152"/>
            <a:chExt cx="6423000" cy="4927398"/>
          </a:xfrm>
        </p:grpSpPr>
        <p:sp>
          <p:nvSpPr>
            <p:cNvPr id="120" name="Google Shape;120;p1"/>
            <p:cNvSpPr txBox="1"/>
            <p:nvPr/>
          </p:nvSpPr>
          <p:spPr>
            <a:xfrm>
              <a:off x="8010617" y="24480050"/>
              <a:ext cx="6423000" cy="394500"/>
            </a:xfrm>
            <a:prstGeom prst="rect">
              <a:avLst/>
            </a:prstGeom>
            <a:noFill/>
            <a:ln>
              <a:noFill/>
            </a:ln>
          </p:spPr>
          <p:txBody>
            <a:bodyPr anchorCtr="0" anchor="t" bIns="61575" lIns="123175" spcFirstLastPara="1" rIns="123175" wrap="square" tIns="61575">
              <a:spAutoFit/>
            </a:bodyPr>
            <a:lstStyle/>
            <a:p>
              <a:pPr indent="0" lvl="0" marL="0" marR="0" rtl="0" algn="l">
                <a:spcBef>
                  <a:spcPts val="0"/>
                </a:spcBef>
                <a:spcAft>
                  <a:spcPts val="0"/>
                </a:spcAft>
                <a:buNone/>
              </a:pPr>
              <a:r>
                <a:rPr i="1" lang="en-US" sz="2646">
                  <a:solidFill>
                    <a:srgbClr val="00386B"/>
                  </a:solidFill>
                  <a:latin typeface="Times New Roman"/>
                  <a:ea typeface="Times New Roman"/>
                  <a:cs typeface="Times New Roman"/>
                  <a:sym typeface="Times New Roman"/>
                </a:rPr>
                <a:t>Centralized Dashboard with Recent Clients</a:t>
              </a:r>
              <a:endParaRPr sz="1886"/>
            </a:p>
          </p:txBody>
        </p:sp>
        <p:pic>
          <p:nvPicPr>
            <p:cNvPr id="121" name="Google Shape;121;p1"/>
            <p:cNvPicPr preferRelativeResize="0"/>
            <p:nvPr/>
          </p:nvPicPr>
          <p:blipFill rotWithShape="1">
            <a:blip r:embed="rId6">
              <a:alphaModFix/>
            </a:blip>
            <a:srcRect b="0" l="4031" r="0" t="0"/>
            <a:stretch/>
          </p:blipFill>
          <p:spPr>
            <a:xfrm>
              <a:off x="8010617" y="19947152"/>
              <a:ext cx="6422999" cy="4182947"/>
            </a:xfrm>
            <a:prstGeom prst="rect">
              <a:avLst/>
            </a:prstGeom>
            <a:noFill/>
            <a:ln>
              <a:noFill/>
            </a:ln>
          </p:spPr>
        </p:pic>
      </p:grpSp>
      <p:grpSp>
        <p:nvGrpSpPr>
          <p:cNvPr id="122" name="Google Shape;122;p1"/>
          <p:cNvGrpSpPr/>
          <p:nvPr/>
        </p:nvGrpSpPr>
        <p:grpSpPr>
          <a:xfrm>
            <a:off x="8676631" y="24826671"/>
            <a:ext cx="8653707" cy="6602933"/>
            <a:chOff x="8333731" y="24826671"/>
            <a:chExt cx="8653707" cy="6602933"/>
          </a:xfrm>
        </p:grpSpPr>
        <p:sp>
          <p:nvSpPr>
            <p:cNvPr id="123" name="Google Shape;123;p1"/>
            <p:cNvSpPr txBox="1"/>
            <p:nvPr/>
          </p:nvSpPr>
          <p:spPr>
            <a:xfrm>
              <a:off x="8374357" y="30902945"/>
              <a:ext cx="8572466" cy="526660"/>
            </a:xfrm>
            <a:prstGeom prst="rect">
              <a:avLst/>
            </a:prstGeom>
            <a:noFill/>
            <a:ln>
              <a:noFill/>
            </a:ln>
          </p:spPr>
          <p:txBody>
            <a:bodyPr anchorCtr="0" anchor="t" bIns="61000" lIns="122025" spcFirstLastPara="1" rIns="122025" wrap="square" tIns="61000">
              <a:spAutoFit/>
            </a:bodyPr>
            <a:lstStyle/>
            <a:p>
              <a:pPr indent="0" lvl="0" marL="0" marR="0" rtl="0" algn="l">
                <a:spcBef>
                  <a:spcPts val="0"/>
                </a:spcBef>
                <a:spcAft>
                  <a:spcPts val="0"/>
                </a:spcAft>
                <a:buNone/>
              </a:pPr>
              <a:r>
                <a:rPr i="1" lang="en-US" sz="2621">
                  <a:solidFill>
                    <a:srgbClr val="00386B"/>
                  </a:solidFill>
                  <a:latin typeface="Times New Roman"/>
                  <a:ea typeface="Times New Roman"/>
                  <a:cs typeface="Times New Roman"/>
                  <a:sym typeface="Times New Roman"/>
                </a:rPr>
                <a:t>Treatment Plan Editor</a:t>
              </a:r>
              <a:endParaRPr sz="1868"/>
            </a:p>
          </p:txBody>
        </p:sp>
        <p:pic>
          <p:nvPicPr>
            <p:cNvPr id="124" name="Google Shape;124;p1"/>
            <p:cNvPicPr preferRelativeResize="0"/>
            <p:nvPr/>
          </p:nvPicPr>
          <p:blipFill rotWithShape="1">
            <a:blip r:embed="rId7">
              <a:alphaModFix/>
            </a:blip>
            <a:srcRect b="0" l="4031" r="0" t="0"/>
            <a:stretch/>
          </p:blipFill>
          <p:spPr>
            <a:xfrm>
              <a:off x="8333731" y="24826671"/>
              <a:ext cx="8653707" cy="5635668"/>
            </a:xfrm>
            <a:prstGeom prst="rect">
              <a:avLst/>
            </a:prstGeom>
            <a:noFill/>
            <a:ln>
              <a:noFill/>
            </a:ln>
          </p:spPr>
        </p:pic>
      </p:grpSp>
      <p:grpSp>
        <p:nvGrpSpPr>
          <p:cNvPr id="125" name="Google Shape;125;p1"/>
          <p:cNvGrpSpPr/>
          <p:nvPr/>
        </p:nvGrpSpPr>
        <p:grpSpPr>
          <a:xfrm>
            <a:off x="18941658" y="17930843"/>
            <a:ext cx="8653708" cy="6638672"/>
            <a:chOff x="8010617" y="27053945"/>
            <a:chExt cx="6423000" cy="4927390"/>
          </a:xfrm>
        </p:grpSpPr>
        <p:sp>
          <p:nvSpPr>
            <p:cNvPr id="126" name="Google Shape;126;p1"/>
            <p:cNvSpPr txBox="1"/>
            <p:nvPr/>
          </p:nvSpPr>
          <p:spPr>
            <a:xfrm>
              <a:off x="8010617" y="31586835"/>
              <a:ext cx="6423000" cy="394500"/>
            </a:xfrm>
            <a:prstGeom prst="rect">
              <a:avLst/>
            </a:prstGeom>
            <a:noFill/>
            <a:ln>
              <a:noFill/>
            </a:ln>
          </p:spPr>
          <p:txBody>
            <a:bodyPr anchorCtr="0" anchor="t" bIns="61575" lIns="123175" spcFirstLastPara="1" rIns="123175" wrap="square" tIns="61575">
              <a:spAutoFit/>
            </a:bodyPr>
            <a:lstStyle/>
            <a:p>
              <a:pPr indent="0" lvl="0" marL="0" marR="0" rtl="0" algn="l">
                <a:spcBef>
                  <a:spcPts val="0"/>
                </a:spcBef>
                <a:spcAft>
                  <a:spcPts val="0"/>
                </a:spcAft>
                <a:buNone/>
              </a:pPr>
              <a:r>
                <a:rPr i="1" lang="en-US" sz="2646">
                  <a:solidFill>
                    <a:srgbClr val="00386B"/>
                  </a:solidFill>
                  <a:latin typeface="Times New Roman"/>
                  <a:ea typeface="Times New Roman"/>
                  <a:cs typeface="Times New Roman"/>
                  <a:sym typeface="Times New Roman"/>
                </a:rPr>
                <a:t>Resource Library Upload Modal</a:t>
              </a:r>
              <a:endParaRPr sz="1886"/>
            </a:p>
          </p:txBody>
        </p:sp>
        <p:pic>
          <p:nvPicPr>
            <p:cNvPr id="127" name="Google Shape;127;p1"/>
            <p:cNvPicPr preferRelativeResize="0"/>
            <p:nvPr/>
          </p:nvPicPr>
          <p:blipFill rotWithShape="1">
            <a:blip r:embed="rId8">
              <a:alphaModFix/>
            </a:blip>
            <a:srcRect b="0" l="4031" r="0" t="0"/>
            <a:stretch/>
          </p:blipFill>
          <p:spPr>
            <a:xfrm>
              <a:off x="8010617" y="27053945"/>
              <a:ext cx="6422999" cy="4182931"/>
            </a:xfrm>
            <a:prstGeom prst="rect">
              <a:avLst/>
            </a:prstGeom>
            <a:noFill/>
            <a:ln>
              <a:noFill/>
            </a:ln>
          </p:spPr>
        </p:pic>
      </p:grpSp>
      <p:pic>
        <p:nvPicPr>
          <p:cNvPr id="128" name="Google Shape;128;p1"/>
          <p:cNvPicPr preferRelativeResize="0"/>
          <p:nvPr/>
        </p:nvPicPr>
        <p:blipFill rotWithShape="1">
          <a:blip r:embed="rId9">
            <a:alphaModFix/>
          </a:blip>
          <a:srcRect b="0" l="2826" r="1067" t="0"/>
          <a:stretch/>
        </p:blipFill>
        <p:spPr>
          <a:xfrm>
            <a:off x="13802525" y="10492374"/>
            <a:ext cx="5559600" cy="4665754"/>
          </a:xfrm>
          <a:prstGeom prst="rect">
            <a:avLst/>
          </a:prstGeom>
          <a:noFill/>
          <a:ln>
            <a:noFill/>
          </a:ln>
        </p:spPr>
      </p:pic>
      <p:sp>
        <p:nvSpPr>
          <p:cNvPr id="129" name="Google Shape;129;p1"/>
          <p:cNvSpPr txBox="1"/>
          <p:nvPr/>
        </p:nvSpPr>
        <p:spPr>
          <a:xfrm>
            <a:off x="32502475" y="16686835"/>
            <a:ext cx="10945200" cy="524700"/>
          </a:xfrm>
          <a:prstGeom prst="rect">
            <a:avLst/>
          </a:prstGeom>
          <a:noFill/>
          <a:ln>
            <a:noFill/>
          </a:ln>
        </p:spPr>
        <p:txBody>
          <a:bodyPr anchorCtr="0" anchor="t" bIns="60775" lIns="121625" spcFirstLastPara="1" rIns="121625" wrap="square" tIns="60775">
            <a:spAutoFit/>
          </a:bodyPr>
          <a:lstStyle/>
          <a:p>
            <a:pPr indent="0" lvl="0" marL="0" marR="0" rtl="0" algn="ctr">
              <a:spcBef>
                <a:spcPts val="0"/>
              </a:spcBef>
              <a:spcAft>
                <a:spcPts val="0"/>
              </a:spcAft>
              <a:buNone/>
            </a:pPr>
            <a:r>
              <a:rPr i="1" lang="en-US" sz="2612">
                <a:solidFill>
                  <a:srgbClr val="00386B"/>
                </a:solidFill>
                <a:latin typeface="Times New Roman"/>
                <a:ea typeface="Times New Roman"/>
                <a:cs typeface="Times New Roman"/>
                <a:sym typeface="Times New Roman"/>
              </a:rPr>
              <a:t>Architectural Diagram</a:t>
            </a:r>
            <a:endParaRPr sz="1862"/>
          </a:p>
        </p:txBody>
      </p:sp>
      <p:pic>
        <p:nvPicPr>
          <p:cNvPr id="130" name="Google Shape;130;p1" title="Blank diagram.png"/>
          <p:cNvPicPr preferRelativeResize="0"/>
          <p:nvPr/>
        </p:nvPicPr>
        <p:blipFill>
          <a:blip r:embed="rId10">
            <a:alphaModFix/>
          </a:blip>
          <a:stretch>
            <a:fillRect/>
          </a:stretch>
        </p:blipFill>
        <p:spPr>
          <a:xfrm>
            <a:off x="32502475" y="7983780"/>
            <a:ext cx="10945301" cy="8703035"/>
          </a:xfrm>
          <a:prstGeom prst="rect">
            <a:avLst/>
          </a:prstGeom>
          <a:noFill/>
          <a:ln>
            <a:noFill/>
          </a:ln>
        </p:spPr>
      </p:pic>
      <p:grpSp>
        <p:nvGrpSpPr>
          <p:cNvPr id="131" name="Google Shape;131;p1"/>
          <p:cNvGrpSpPr/>
          <p:nvPr/>
        </p:nvGrpSpPr>
        <p:grpSpPr>
          <a:xfrm>
            <a:off x="18813404" y="24843721"/>
            <a:ext cx="8781962" cy="6682820"/>
            <a:chOff x="18916957" y="24826675"/>
            <a:chExt cx="8781962" cy="6682820"/>
          </a:xfrm>
        </p:grpSpPr>
        <p:pic>
          <p:nvPicPr>
            <p:cNvPr id="132" name="Google Shape;132;p1"/>
            <p:cNvPicPr preferRelativeResize="0"/>
            <p:nvPr/>
          </p:nvPicPr>
          <p:blipFill rotWithShape="1">
            <a:blip r:embed="rId11">
              <a:alphaModFix/>
            </a:blip>
            <a:srcRect b="0" l="3929" r="0" t="0"/>
            <a:stretch/>
          </p:blipFill>
          <p:spPr>
            <a:xfrm>
              <a:off x="18916957" y="24826675"/>
              <a:ext cx="8781962" cy="5708625"/>
            </a:xfrm>
            <a:prstGeom prst="rect">
              <a:avLst/>
            </a:prstGeom>
            <a:noFill/>
            <a:ln>
              <a:noFill/>
            </a:ln>
          </p:spPr>
        </p:pic>
        <p:sp>
          <p:nvSpPr>
            <p:cNvPr id="133" name="Google Shape;133;p1"/>
            <p:cNvSpPr txBox="1"/>
            <p:nvPr/>
          </p:nvSpPr>
          <p:spPr>
            <a:xfrm>
              <a:off x="18916957" y="30982695"/>
              <a:ext cx="8572500" cy="526800"/>
            </a:xfrm>
            <a:prstGeom prst="rect">
              <a:avLst/>
            </a:prstGeom>
            <a:noFill/>
            <a:ln>
              <a:noFill/>
            </a:ln>
          </p:spPr>
          <p:txBody>
            <a:bodyPr anchorCtr="0" anchor="t" bIns="61000" lIns="122025" spcFirstLastPara="1" rIns="122025" wrap="square" tIns="61000">
              <a:spAutoFit/>
            </a:bodyPr>
            <a:lstStyle/>
            <a:p>
              <a:pPr indent="0" lvl="0" marL="0" marR="0" rtl="0" algn="l">
                <a:spcBef>
                  <a:spcPts val="0"/>
                </a:spcBef>
                <a:spcAft>
                  <a:spcPts val="0"/>
                </a:spcAft>
                <a:buNone/>
              </a:pPr>
              <a:r>
                <a:rPr i="1" lang="en-US" sz="2621">
                  <a:solidFill>
                    <a:srgbClr val="00386B"/>
                  </a:solidFill>
                  <a:latin typeface="Times New Roman"/>
                  <a:ea typeface="Times New Roman"/>
                  <a:cs typeface="Times New Roman"/>
                  <a:sym typeface="Times New Roman"/>
                </a:rPr>
                <a:t>Client Detail View</a:t>
              </a:r>
              <a:endParaRPr sz="1868"/>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2018-07-01T11:36:26Z</dcterms:created>
  <dc:creator>Lisa Piazza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0x0101003AD2701CC4E56D4EAE48C343967FBC24</vt:lpwstr>
  </property>
</Properties>
</file>